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0A986C-4EB8-491B-8B9B-EDD8B46B2045}" v="2" dt="2026-05-12T09:52:15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88117" autoAdjust="0"/>
  </p:normalViewPr>
  <p:slideViewPr>
    <p:cSldViewPr snapToGrid="0">
      <p:cViewPr>
        <p:scale>
          <a:sx n="70" d="100"/>
          <a:sy n="70" d="100"/>
        </p:scale>
        <p:origin x="4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öngäs Hannu" userId="79d87c5b-2156-4264-8a8b-b0103a58b4ed" providerId="ADAL" clId="{4B67BCE5-A54B-4C50-A4A4-A90AD839346F}"/>
    <pc:docChg chg="undo custSel modSld sldOrd">
      <pc:chgData name="Köngäs Hannu" userId="79d87c5b-2156-4264-8a8b-b0103a58b4ed" providerId="ADAL" clId="{4B67BCE5-A54B-4C50-A4A4-A90AD839346F}" dt="2026-05-12T09:52:39.502" v="144"/>
      <pc:docMkLst>
        <pc:docMk/>
      </pc:docMkLst>
      <pc:sldChg chg="modNotesTx">
        <pc:chgData name="Köngäs Hannu" userId="79d87c5b-2156-4264-8a8b-b0103a58b4ed" providerId="ADAL" clId="{4B67BCE5-A54B-4C50-A4A4-A90AD839346F}" dt="2026-05-12T09:52:18.287" v="140" actId="20577"/>
        <pc:sldMkLst>
          <pc:docMk/>
          <pc:sldMk cId="3108659474" sldId="256"/>
        </pc:sldMkLst>
      </pc:sldChg>
      <pc:sldChg chg="ord">
        <pc:chgData name="Köngäs Hannu" userId="79d87c5b-2156-4264-8a8b-b0103a58b4ed" providerId="ADAL" clId="{4B67BCE5-A54B-4C50-A4A4-A90AD839346F}" dt="2026-05-12T09:52:39.502" v="144"/>
        <pc:sldMkLst>
          <pc:docMk/>
          <pc:sldMk cId="3634192311" sldId="257"/>
        </pc:sldMkLst>
      </pc:sldChg>
      <pc:sldChg chg="ord">
        <pc:chgData name="Köngäs Hannu" userId="79d87c5b-2156-4264-8a8b-b0103a58b4ed" providerId="ADAL" clId="{4B67BCE5-A54B-4C50-A4A4-A90AD839346F}" dt="2026-05-12T09:52:37.002" v="142"/>
        <pc:sldMkLst>
          <pc:docMk/>
          <pc:sldMk cId="2355414086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1486D7-A916-499D-B1CC-6F744F4C4252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12E597-B155-4BD6-8A84-DC13656FD5C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39458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fi-FI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Muistiinpanot ovat tarkoitettu esittäjälle eivätkä ne näy yleisölle. </a:t>
            </a:r>
          </a:p>
          <a:p>
            <a:pPr fontAlgn="t"/>
            <a:r>
              <a:rPr lang="fi-FI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 näkyvät:</a:t>
            </a:r>
          </a:p>
          <a:p>
            <a:pPr marL="171450" indent="-171450" fontAlgn="t">
              <a:buFontTx/>
              <a:buChar char="-"/>
            </a:pPr>
            <a:r>
              <a:rPr lang="fi-FI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Esittäjän näkymässä esityksen aikana</a:t>
            </a:r>
          </a:p>
          <a:p>
            <a:pPr marL="171450" indent="-171450" fontAlgn="t">
              <a:buFontTx/>
              <a:buChar char="-"/>
            </a:pPr>
            <a:r>
              <a:rPr lang="fi-FI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Tulosteissa (valittavissa)</a:t>
            </a:r>
          </a:p>
          <a:p>
            <a:pPr marL="171450" indent="-171450" fontAlgn="t">
              <a:buFontTx/>
              <a:buChar char="-"/>
            </a:pPr>
            <a:r>
              <a:rPr lang="fi-FI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Muokkausnäkymässä dian alapuolella</a:t>
            </a:r>
          </a:p>
          <a:p>
            <a:pPr fontAlgn="t"/>
            <a:endParaRPr lang="fi-FI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fi-FI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Muistiinpanojen tarkoitus on tukea esittäjää: ne toimivat puhujan apuna, muistilistana tai tarkempana selityksenä dian sisällölle, jotta varsinaiset diat voidaan pitää selkeinä ja ytimekkäinä. Muistiinpanojen avulla esitys pysyy johdonmukaisena eikä kaikkea tietoa tarvitsee kirjoittaa näkyviin dioihin.</a:t>
            </a: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12E597-B155-4BD6-8A84-DC13656FD5C7}" type="slidenum">
              <a:rPr lang="fi-FI" smtClean="0"/>
              <a:t>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42007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1418B40-3D11-971A-6809-8D1A401C7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3AB1E91D-3A21-BC87-E145-EA4ED12F6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A6E0B4D4-28D9-6C05-12D4-A35F8C81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738B-5C9B-4175-8E1F-B5E8F64C9FF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68501F80-938E-0209-F011-7129BBA32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8AA02B6-AD2E-C1A8-C73D-5F220E6C8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129D-DA82-4F13-B3C8-5F1280ED04D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73749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6EEB563-721C-BB75-EED0-A80E9083B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BA92465-B6FC-7BB5-C7D4-C6CABFF8C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7DC88425-E016-98D7-FF46-02A389BC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738B-5C9B-4175-8E1F-B5E8F64C9FF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214EE7C5-33CB-DD58-0DE0-2974C0DAA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0A699CBC-2F8A-0F06-EA85-D76BEADF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129D-DA82-4F13-B3C8-5F1280ED04D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66643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2966C8A-8A8A-5C61-3E9C-B3E40D6A9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AC8D447D-2779-8D8B-3A44-41CB02ABB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DBD0E0BC-1231-2B68-1278-5E9024B1F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738B-5C9B-4175-8E1F-B5E8F64C9FF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43BE902A-B8B3-E7C2-F339-749018BCA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BFDAC271-D0D4-5FB6-3CB0-E970F7D8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129D-DA82-4F13-B3C8-5F1280ED04D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43134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EF4B464-339B-3B6B-BE37-D00186DC1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8679E48-0468-2460-4574-AAC43C708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A12ADA08-7604-8CD5-F122-E174E6141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C2832A92-B2FD-BDBF-11E9-13BE16759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738B-5C9B-4175-8E1F-B5E8F64C9FF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D3456B9E-45CC-1796-F367-BB7B2EDB0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E8C49600-AC3E-8929-1068-5F7E5ED2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129D-DA82-4F13-B3C8-5F1280ED04D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4986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3DA9755-51DE-0A01-9688-EAB43457A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82DB2273-621C-870B-35BC-DF5E20A8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06431D6E-06F1-6B2D-67A1-71CFE624D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1B8E1CEF-B4FF-0F4C-51D9-CCF0368E0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FD02E2C4-2204-B382-2E30-D333ED2A5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95D52758-7C31-86FD-2226-61A843AA1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738B-5C9B-4175-8E1F-B5E8F64C9FF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A628A600-7F9D-9673-32A0-27232D8E2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309CBBA7-20B1-335C-1B9E-C3CEC0C9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129D-DA82-4F13-B3C8-5F1280ED04D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08845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785E054-1E87-8067-E7CE-6531CB99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79D515B5-F8C3-D0E6-E9C6-B778FB6B6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738B-5C9B-4175-8E1F-B5E8F64C9FF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7190DC85-6B36-C675-F6BD-2AF6E47CF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8610A8AB-E929-E78C-C317-7BE09B9EF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129D-DA82-4F13-B3C8-5F1280ED04D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28048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4314365E-A3A7-DDAF-5FA2-5FC285682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738B-5C9B-4175-8E1F-B5E8F64C9FF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2E22E329-182B-21F4-0007-7106E7A8F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F7CD03D1-9F9E-9413-D088-8BDBE71D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129D-DA82-4F13-B3C8-5F1280ED04D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7186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56A666F-DC8C-B997-53E2-99B724250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D264D4E-719E-092B-0074-91A4FA703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5553644D-D33B-0FC1-0B2C-EABAB30FD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5E6F2FAD-DDB4-D8DF-F7A3-AB2244B67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738B-5C9B-4175-8E1F-B5E8F64C9FF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38E1652A-98C7-DB98-9DD8-051B70CBC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3863B726-4FC1-E35A-31B7-F176846D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129D-DA82-4F13-B3C8-5F1280ED04D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33961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637CA46-72DB-253F-7F3D-0B7FA87BD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ABD4995F-B28B-1176-51E8-BEBAF5327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AA343E1E-0FD6-7016-927F-1CEEC6805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611F2203-AFAF-D266-2FE6-F356850A8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738B-5C9B-4175-8E1F-B5E8F64C9FF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8FB68738-2024-A218-03E7-EC5B4C5B2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AF7814BC-264A-D16F-9841-21141D5A9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129D-DA82-4F13-B3C8-5F1280ED04D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9807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DA1784F-53B1-29CC-8384-CEED2C80A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E3818329-38F0-0317-54D8-8E0164E35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A031365A-2613-E093-5B36-14852FBDF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738B-5C9B-4175-8E1F-B5E8F64C9FF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214FE732-02BA-F789-A082-7B6F503CD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92993105-9689-A694-9F8B-CC76C0A39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129D-DA82-4F13-B3C8-5F1280ED04D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12473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274B8061-7157-F8B1-66DD-05B3A4C728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C4A87AE0-8A9A-2D0B-A07F-285D1D5C6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35614F7C-26B0-D9ED-8C7F-D272B9317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738B-5C9B-4175-8E1F-B5E8F64C9FF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45AE525D-6D96-0A40-5FFA-B50541BC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A5FF30C8-5516-31FF-15BC-5414ABD74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129D-DA82-4F13-B3C8-5F1280ED04D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45060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E250D8B7-0933-8F04-2509-CC2B37E9C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B9CD6CF5-8930-DCF6-BBD1-045D093A2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88B5AF22-1A35-C968-85A6-084651F7F7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B738B-5C9B-4175-8E1F-B5E8F64C9FF9}" type="datetimeFigureOut">
              <a:rPr lang="fi-FI" smtClean="0"/>
              <a:t>12.5.2026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B3A2144-FDFF-CF31-66CE-CF867EF31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5A8DCCFA-74AC-8DF5-5F05-BD383AD67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7129D-DA82-4F13-B3C8-5F1280ED04D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5602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uva 4" descr="Sulje oliivinvihreä haara laskusta">
            <a:extLst>
              <a:ext uri="{FF2B5EF4-FFF2-40B4-BE49-F238E27FC236}">
                <a16:creationId xmlns:a16="http://schemas.microsoft.com/office/drawing/2014/main" id="{64322D1A-B9E5-7C3A-AE89-25B52883940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E1553579-1BFF-E54D-DACC-6E8ED2C1FD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i-FI" sz="215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F7AB29A4-75B0-B7A8-D81D-4467CCE260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i-FI" sz="8800" dirty="0">
                <a:solidFill>
                  <a:schemeClr val="bg1"/>
                </a:solidFill>
              </a:rPr>
              <a:t>dia</a:t>
            </a:r>
          </a:p>
        </p:txBody>
      </p:sp>
    </p:spTree>
    <p:extLst>
      <p:ext uri="{BB962C8B-B14F-4D97-AF65-F5344CB8AC3E}">
        <p14:creationId xmlns:p14="http://schemas.microsoft.com/office/powerpoint/2010/main" val="3108659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0E11B-6AA8-4DAD-707A-52DC67123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uva 6" descr="Golfpallo t-paidalla vihreällä väylällä">
            <a:extLst>
              <a:ext uri="{FF2B5EF4-FFF2-40B4-BE49-F238E27FC236}">
                <a16:creationId xmlns:a16="http://schemas.microsoft.com/office/drawing/2014/main" id="{C55E259E-A117-5E70-728C-C9D82ACF3A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89"/>
          <a:stretch>
            <a:fillRect/>
          </a:stretch>
        </p:blipFill>
        <p:spPr>
          <a:xfrm>
            <a:off x="0" y="1"/>
            <a:ext cx="12215812" cy="6858000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7379F669-968C-C84C-78D0-67AB7A2884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i-FI" sz="215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1F675336-1156-E256-A3E2-750DE997EF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i-FI" sz="8800" dirty="0">
                <a:solidFill>
                  <a:schemeClr val="bg1"/>
                </a:solidFill>
              </a:rPr>
              <a:t>dia</a:t>
            </a:r>
          </a:p>
        </p:txBody>
      </p:sp>
    </p:spTree>
    <p:extLst>
      <p:ext uri="{BB962C8B-B14F-4D97-AF65-F5344CB8AC3E}">
        <p14:creationId xmlns:p14="http://schemas.microsoft.com/office/powerpoint/2010/main" val="3634192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BC0F8-FBA9-0BF1-5786-CE45028A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uva 4" descr="Jäävuoret">
            <a:extLst>
              <a:ext uri="{FF2B5EF4-FFF2-40B4-BE49-F238E27FC236}">
                <a16:creationId xmlns:a16="http://schemas.microsoft.com/office/drawing/2014/main" id="{166539E8-511E-0F0C-E254-5A4E2BE2142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5"/>
          <a:stretch>
            <a:fillRect/>
          </a:stretch>
        </p:blipFill>
        <p:spPr>
          <a:xfrm>
            <a:off x="0" y="-19049"/>
            <a:ext cx="12187888" cy="6877050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2A34FD15-43B6-E290-A5E3-3A5CCF497C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i-FI" sz="215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107F4E7F-9E75-D94B-95F4-AE39C6CEA7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i-FI" sz="8800" dirty="0">
                <a:solidFill>
                  <a:schemeClr val="bg1"/>
                </a:solidFill>
              </a:rPr>
              <a:t>dia</a:t>
            </a:r>
          </a:p>
        </p:txBody>
      </p:sp>
    </p:spTree>
    <p:extLst>
      <p:ext uri="{BB962C8B-B14F-4D97-AF65-F5344CB8AC3E}">
        <p14:creationId xmlns:p14="http://schemas.microsoft.com/office/powerpoint/2010/main" val="2355414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70</Words>
  <Application>Microsoft Office PowerPoint</Application>
  <PresentationFormat>Laajakuva</PresentationFormat>
  <Paragraphs>14</Paragraphs>
  <Slides>3</Slides>
  <Notes>1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Office-teema</vt:lpstr>
      <vt:lpstr>1</vt:lpstr>
      <vt:lpstr>2</vt:lpstr>
      <vt:lpstr>3</vt:lpstr>
    </vt:vector>
  </TitlesOfParts>
  <Company>Mercuria kauppaoppilaitos Oy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Köngäs Hannu</dc:creator>
  <cp:lastModifiedBy>Köngäs Hannu</cp:lastModifiedBy>
  <cp:revision>1</cp:revision>
  <dcterms:created xsi:type="dcterms:W3CDTF">2026-05-12T09:41:36Z</dcterms:created>
  <dcterms:modified xsi:type="dcterms:W3CDTF">2026-05-12T09:52:45Z</dcterms:modified>
</cp:coreProperties>
</file>