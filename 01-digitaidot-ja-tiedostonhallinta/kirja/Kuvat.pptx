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FFFF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1033E-A224-4528-B176-3DE2AA24ADEE}" v="42" dt="2026-05-12T10:18:10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öngäs Hannu" userId="79d87c5b-2156-4264-8a8b-b0103a58b4ed" providerId="ADAL" clId="{4B67BCE5-A54B-4C50-A4A4-A90AD839346F}"/>
    <pc:docChg chg="undo custSel addSld modSld">
      <pc:chgData name="Köngäs Hannu" userId="79d87c5b-2156-4264-8a8b-b0103a58b4ed" providerId="ADAL" clId="{4B67BCE5-A54B-4C50-A4A4-A90AD839346F}" dt="2026-05-12T10:19:31.886" v="1255" actId="20577"/>
      <pc:docMkLst>
        <pc:docMk/>
      </pc:docMkLst>
      <pc:sldChg chg="addSp modSp">
        <pc:chgData name="Köngäs Hannu" userId="79d87c5b-2156-4264-8a8b-b0103a58b4ed" providerId="ADAL" clId="{4B67BCE5-A54B-4C50-A4A4-A90AD839346F}" dt="2026-05-12T07:05:17.343" v="0" actId="164"/>
        <pc:sldMkLst>
          <pc:docMk/>
          <pc:sldMk cId="1471189587" sldId="256"/>
        </pc:sldMkLst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6" creationId="{10408FF8-79C4-281A-44F6-A9C45ACBE5C7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7" creationId="{E5C2FB76-9D28-2A83-76B5-2165A281A596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9" creationId="{1F657CC7-CB8C-6458-BCFE-1FA4C6ECE685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10" creationId="{8456D722-96B1-2B31-2C5B-61148EB8CCC4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11" creationId="{62EAE852-6D41-1B96-D2A7-58065A21A308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13" creationId="{B5FEF615-3138-2F07-808D-B5EAEBA60843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39" creationId="{F0796943-6835-B812-5444-4E3CF8BC0378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40" creationId="{82C30748-2951-3838-C243-AB80A4ECAD06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41" creationId="{1B05023F-FE13-7868-BC9A-71A14BF2CF56}"/>
          </ac:spMkLst>
        </pc:spChg>
        <pc:spChg chg="mod">
          <ac:chgData name="Köngäs Hannu" userId="79d87c5b-2156-4264-8a8b-b0103a58b4ed" providerId="ADAL" clId="{4B67BCE5-A54B-4C50-A4A4-A90AD839346F}" dt="2026-05-12T07:05:17.343" v="0" actId="164"/>
          <ac:spMkLst>
            <pc:docMk/>
            <pc:sldMk cId="1471189587" sldId="256"/>
            <ac:spMk id="44" creationId="{EAC67DBA-2445-EA3C-E787-EF0730A7D64D}"/>
          </ac:spMkLst>
        </pc:spChg>
      </pc:sldChg>
      <pc:sldChg chg="addSp delSp modSp new mod delAnim modAnim">
        <pc:chgData name="Köngäs Hannu" userId="79d87c5b-2156-4264-8a8b-b0103a58b4ed" providerId="ADAL" clId="{4B67BCE5-A54B-4C50-A4A4-A90AD839346F}" dt="2026-05-12T07:49:01.311" v="6"/>
        <pc:sldMkLst>
          <pc:docMk/>
          <pc:sldMk cId="1811021008" sldId="257"/>
        </pc:sldMkLst>
        <pc:picChg chg="add del mod">
          <ac:chgData name="Köngäs Hannu" userId="79d87c5b-2156-4264-8a8b-b0103a58b4ed" providerId="ADAL" clId="{4B67BCE5-A54B-4C50-A4A4-A90AD839346F}" dt="2026-05-12T07:40:00.456" v="3" actId="478"/>
          <ac:picMkLst>
            <pc:docMk/>
            <pc:sldMk cId="1811021008" sldId="257"/>
            <ac:picMk id="3" creationId="{30790328-AAA2-D479-C0A5-6AA611C8AD69}"/>
          </ac:picMkLst>
        </pc:picChg>
        <pc:picChg chg="add del mod">
          <ac:chgData name="Köngäs Hannu" userId="79d87c5b-2156-4264-8a8b-b0103a58b4ed" providerId="ADAL" clId="{4B67BCE5-A54B-4C50-A4A4-A90AD839346F}" dt="2026-05-12T07:41:50.335" v="5" actId="478"/>
          <ac:picMkLst>
            <pc:docMk/>
            <pc:sldMk cId="1811021008" sldId="257"/>
            <ac:picMk id="4" creationId="{2DB26241-7F93-B639-A9EF-FD5D61447579}"/>
          </ac:picMkLst>
        </pc:picChg>
        <pc:picChg chg="add mod">
          <ac:chgData name="Köngäs Hannu" userId="79d87c5b-2156-4264-8a8b-b0103a58b4ed" providerId="ADAL" clId="{4B67BCE5-A54B-4C50-A4A4-A90AD839346F}" dt="2026-05-12T07:49:01.311" v="6"/>
          <ac:picMkLst>
            <pc:docMk/>
            <pc:sldMk cId="1811021008" sldId="257"/>
            <ac:picMk id="5" creationId="{6CA9EE0C-171B-78C7-A152-D7C0CE5CDA9D}"/>
          </ac:picMkLst>
        </pc:picChg>
      </pc:sldChg>
      <pc:sldChg chg="addSp modSp new mod">
        <pc:chgData name="Köngäs Hannu" userId="79d87c5b-2156-4264-8a8b-b0103a58b4ed" providerId="ADAL" clId="{4B67BCE5-A54B-4C50-A4A4-A90AD839346F}" dt="2026-05-12T08:53:20.082" v="280" actId="164"/>
        <pc:sldMkLst>
          <pc:docMk/>
          <pc:sldMk cId="2403926702" sldId="258"/>
        </pc:sldMkLst>
        <pc:spChg chg="add mod">
          <ac:chgData name="Köngäs Hannu" userId="79d87c5b-2156-4264-8a8b-b0103a58b4ed" providerId="ADAL" clId="{4B67BCE5-A54B-4C50-A4A4-A90AD839346F}" dt="2026-05-12T08:53:20.082" v="280" actId="164"/>
          <ac:spMkLst>
            <pc:docMk/>
            <pc:sldMk cId="2403926702" sldId="258"/>
            <ac:spMk id="4" creationId="{AC886870-38D3-180C-FDF4-889F145B4848}"/>
          </ac:spMkLst>
        </pc:spChg>
        <pc:spChg chg="add mod">
          <ac:chgData name="Köngäs Hannu" userId="79d87c5b-2156-4264-8a8b-b0103a58b4ed" providerId="ADAL" clId="{4B67BCE5-A54B-4C50-A4A4-A90AD839346F}" dt="2026-05-12T08:53:20.082" v="280" actId="164"/>
          <ac:spMkLst>
            <pc:docMk/>
            <pc:sldMk cId="2403926702" sldId="258"/>
            <ac:spMk id="5" creationId="{05E07ECA-6FE2-FFE3-F348-E3CC9AF7616E}"/>
          </ac:spMkLst>
        </pc:spChg>
        <pc:spChg chg="add mod">
          <ac:chgData name="Köngäs Hannu" userId="79d87c5b-2156-4264-8a8b-b0103a58b4ed" providerId="ADAL" clId="{4B67BCE5-A54B-4C50-A4A4-A90AD839346F}" dt="2026-05-12T08:53:20.082" v="280" actId="164"/>
          <ac:spMkLst>
            <pc:docMk/>
            <pc:sldMk cId="2403926702" sldId="258"/>
            <ac:spMk id="6" creationId="{B771D1B5-2847-0298-B618-18406F5FF76D}"/>
          </ac:spMkLst>
        </pc:spChg>
        <pc:spChg chg="add mod">
          <ac:chgData name="Köngäs Hannu" userId="79d87c5b-2156-4264-8a8b-b0103a58b4ed" providerId="ADAL" clId="{4B67BCE5-A54B-4C50-A4A4-A90AD839346F}" dt="2026-05-12T08:53:20.082" v="280" actId="164"/>
          <ac:spMkLst>
            <pc:docMk/>
            <pc:sldMk cId="2403926702" sldId="258"/>
            <ac:spMk id="7" creationId="{2075C6C4-61CD-06FE-C992-D7EB1321740E}"/>
          </ac:spMkLst>
        </pc:spChg>
        <pc:spChg chg="add mod">
          <ac:chgData name="Köngäs Hannu" userId="79d87c5b-2156-4264-8a8b-b0103a58b4ed" providerId="ADAL" clId="{4B67BCE5-A54B-4C50-A4A4-A90AD839346F}" dt="2026-05-12T08:53:20.082" v="280" actId="164"/>
          <ac:spMkLst>
            <pc:docMk/>
            <pc:sldMk cId="2403926702" sldId="258"/>
            <ac:spMk id="8" creationId="{DB3D4142-3F7A-2F52-FE58-6364A7A8C70D}"/>
          </ac:spMkLst>
        </pc:spChg>
        <pc:spChg chg="add mod">
          <ac:chgData name="Köngäs Hannu" userId="79d87c5b-2156-4264-8a8b-b0103a58b4ed" providerId="ADAL" clId="{4B67BCE5-A54B-4C50-A4A4-A90AD839346F}" dt="2026-05-12T08:53:20.082" v="280" actId="164"/>
          <ac:spMkLst>
            <pc:docMk/>
            <pc:sldMk cId="2403926702" sldId="258"/>
            <ac:spMk id="9" creationId="{A4309B8E-7E40-F804-58CC-B7E45BC9A9A1}"/>
          </ac:spMkLst>
        </pc:spChg>
        <pc:grpChg chg="add mod">
          <ac:chgData name="Köngäs Hannu" userId="79d87c5b-2156-4264-8a8b-b0103a58b4ed" providerId="ADAL" clId="{4B67BCE5-A54B-4C50-A4A4-A90AD839346F}" dt="2026-05-12T08:53:20.082" v="280" actId="164"/>
          <ac:grpSpMkLst>
            <pc:docMk/>
            <pc:sldMk cId="2403926702" sldId="258"/>
            <ac:grpSpMk id="12" creationId="{A86945B7-C153-F028-C671-A51654903F17}"/>
          </ac:grpSpMkLst>
        </pc:grpChg>
        <pc:picChg chg="add mod modCrop">
          <ac:chgData name="Köngäs Hannu" userId="79d87c5b-2156-4264-8a8b-b0103a58b4ed" providerId="ADAL" clId="{4B67BCE5-A54B-4C50-A4A4-A90AD839346F}" dt="2026-05-12T08:53:20.082" v="280" actId="164"/>
          <ac:picMkLst>
            <pc:docMk/>
            <pc:sldMk cId="2403926702" sldId="258"/>
            <ac:picMk id="3" creationId="{578300DF-E120-6B49-A012-D3331BD9F07D}"/>
          </ac:picMkLst>
        </pc:picChg>
        <pc:cxnChg chg="add mod">
          <ac:chgData name="Köngäs Hannu" userId="79d87c5b-2156-4264-8a8b-b0103a58b4ed" providerId="ADAL" clId="{4B67BCE5-A54B-4C50-A4A4-A90AD839346F}" dt="2026-05-12T08:53:20.082" v="280" actId="164"/>
          <ac:cxnSpMkLst>
            <pc:docMk/>
            <pc:sldMk cId="2403926702" sldId="258"/>
            <ac:cxnSpMk id="11" creationId="{0F13559F-5ED1-9485-E312-04968D3E1353}"/>
          </ac:cxnSpMkLst>
        </pc:cxnChg>
      </pc:sldChg>
      <pc:sldChg chg="addSp delSp modSp new mod">
        <pc:chgData name="Köngäs Hannu" userId="79d87c5b-2156-4264-8a8b-b0103a58b4ed" providerId="ADAL" clId="{4B67BCE5-A54B-4C50-A4A4-A90AD839346F}" dt="2026-05-12T10:16:13.269" v="1209"/>
        <pc:sldMkLst>
          <pc:docMk/>
          <pc:sldMk cId="89481866" sldId="259"/>
        </pc:sldMkLst>
        <pc:spChg chg="add del">
          <ac:chgData name="Köngäs Hannu" userId="79d87c5b-2156-4264-8a8b-b0103a58b4ed" providerId="ADAL" clId="{4B67BCE5-A54B-4C50-A4A4-A90AD839346F}" dt="2026-05-12T09:53:27.300" v="283" actId="478"/>
          <ac:spMkLst>
            <pc:docMk/>
            <pc:sldMk cId="89481866" sldId="259"/>
            <ac:spMk id="3" creationId="{F99BEF2F-9204-EE44-0450-08F857C584EB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6" creationId="{37AC3C2B-1FBD-B312-98DB-BBFAD87A9307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7" creationId="{B6E87EAE-4E9D-7A7C-84B6-77615F903AF2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8" creationId="{1ACADB8C-AE0D-2D08-5A47-B425A9C1588D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9" creationId="{C30C2E29-2A4F-AEFE-BCFB-F274957A61EA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10" creationId="{F6B5B40E-9CFF-5283-30E2-376C989F6C96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11" creationId="{922813DE-3429-33A1-750E-B3350F42CB15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12" creationId="{9C29227E-0F10-E5B6-E159-E39AE7C36E6C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13" creationId="{8DD29CC9-6CED-9DA6-8796-2E6E68328E24}"/>
          </ac:spMkLst>
        </pc:spChg>
        <pc:spChg chg="add mod">
          <ac:chgData name="Köngäs Hannu" userId="79d87c5b-2156-4264-8a8b-b0103a58b4ed" providerId="ADAL" clId="{4B67BCE5-A54B-4C50-A4A4-A90AD839346F}" dt="2026-05-12T10:00:14.557" v="487" actId="164"/>
          <ac:spMkLst>
            <pc:docMk/>
            <pc:sldMk cId="89481866" sldId="259"/>
            <ac:spMk id="14" creationId="{6F574415-82E1-368A-16B0-48FA3F97F0EE}"/>
          </ac:spMkLst>
        </pc:spChg>
        <pc:picChg chg="add mod ord">
          <ac:chgData name="Köngäs Hannu" userId="79d87c5b-2156-4264-8a8b-b0103a58b4ed" providerId="ADAL" clId="{4B67BCE5-A54B-4C50-A4A4-A90AD839346F}" dt="2026-05-12T10:00:14.557" v="487" actId="164"/>
          <ac:picMkLst>
            <pc:docMk/>
            <pc:sldMk cId="89481866" sldId="259"/>
            <ac:picMk id="5" creationId="{E42AF08C-5C3F-DB5A-0F68-07B376530A7E}"/>
          </ac:picMkLst>
        </pc:picChg>
        <pc:cxnChg chg="add mod ord">
          <ac:chgData name="Köngäs Hannu" userId="79d87c5b-2156-4264-8a8b-b0103a58b4ed" providerId="ADAL" clId="{4B67BCE5-A54B-4C50-A4A4-A90AD839346F}" dt="2026-05-12T10:00:03.716" v="485" actId="167"/>
          <ac:cxnSpMkLst>
            <pc:docMk/>
            <pc:sldMk cId="89481866" sldId="259"/>
            <ac:cxnSpMk id="16" creationId="{08E89423-E91C-2C6D-6584-34FDBA247149}"/>
          </ac:cxnSpMkLst>
        </pc:cxnChg>
        <pc:cxnChg chg="add mod ord">
          <ac:chgData name="Köngäs Hannu" userId="79d87c5b-2156-4264-8a8b-b0103a58b4ed" providerId="ADAL" clId="{4B67BCE5-A54B-4C50-A4A4-A90AD839346F}" dt="2026-05-12T10:00:03.716" v="485" actId="167"/>
          <ac:cxnSpMkLst>
            <pc:docMk/>
            <pc:sldMk cId="89481866" sldId="259"/>
            <ac:cxnSpMk id="17" creationId="{54D50F23-04E0-1B76-BF25-356082C20C91}"/>
          </ac:cxnSpMkLst>
        </pc:cxnChg>
        <pc:cxnChg chg="add mod ord">
          <ac:chgData name="Köngäs Hannu" userId="79d87c5b-2156-4264-8a8b-b0103a58b4ed" providerId="ADAL" clId="{4B67BCE5-A54B-4C50-A4A4-A90AD839346F}" dt="2026-05-12T10:00:03.716" v="485" actId="167"/>
          <ac:cxnSpMkLst>
            <pc:docMk/>
            <pc:sldMk cId="89481866" sldId="259"/>
            <ac:cxnSpMk id="20" creationId="{00FDD0E9-79F4-7999-D763-4C44D98C1A60}"/>
          </ac:cxnSpMkLst>
        </pc:cxnChg>
        <pc:cxnChg chg="add mod ord">
          <ac:chgData name="Köngäs Hannu" userId="79d87c5b-2156-4264-8a8b-b0103a58b4ed" providerId="ADAL" clId="{4B67BCE5-A54B-4C50-A4A4-A90AD839346F}" dt="2026-05-12T10:00:03.716" v="485" actId="167"/>
          <ac:cxnSpMkLst>
            <pc:docMk/>
            <pc:sldMk cId="89481866" sldId="259"/>
            <ac:cxnSpMk id="23" creationId="{CF255B0D-C02E-2A1F-EB5A-4E809EC98C22}"/>
          </ac:cxnSpMkLst>
        </pc:cxnChg>
        <pc:cxnChg chg="add mod">
          <ac:chgData name="Köngäs Hannu" userId="79d87c5b-2156-4264-8a8b-b0103a58b4ed" providerId="ADAL" clId="{4B67BCE5-A54B-4C50-A4A4-A90AD839346F}" dt="2026-05-12T10:16:13.269" v="1209"/>
          <ac:cxnSpMkLst>
            <pc:docMk/>
            <pc:sldMk cId="89481866" sldId="259"/>
            <ac:cxnSpMk id="27" creationId="{E93D0A4A-03F4-78EF-C1BC-4BBB31570049}"/>
          </ac:cxnSpMkLst>
        </pc:cxnChg>
      </pc:sldChg>
      <pc:sldChg chg="addSp delSp modSp new mod">
        <pc:chgData name="Köngäs Hannu" userId="79d87c5b-2156-4264-8a8b-b0103a58b4ed" providerId="ADAL" clId="{4B67BCE5-A54B-4C50-A4A4-A90AD839346F}" dt="2026-05-12T10:19:31.886" v="1255" actId="20577"/>
        <pc:sldMkLst>
          <pc:docMk/>
          <pc:sldMk cId="503317840" sldId="260"/>
        </pc:sldMkLst>
        <pc:spChg chg="add del">
          <ac:chgData name="Köngäs Hannu" userId="79d87c5b-2156-4264-8a8b-b0103a58b4ed" providerId="ADAL" clId="{4B67BCE5-A54B-4C50-A4A4-A90AD839346F}" dt="2026-05-12T10:03:36.430" v="490" actId="22"/>
          <ac:spMkLst>
            <pc:docMk/>
            <pc:sldMk cId="503317840" sldId="260"/>
            <ac:spMk id="3" creationId="{D6D054AA-9E6D-8DD4-3B96-718E88D933F3}"/>
          </ac:spMkLst>
        </pc:spChg>
        <pc:spChg chg="add mod ord">
          <ac:chgData name="Köngäs Hannu" userId="79d87c5b-2156-4264-8a8b-b0103a58b4ed" providerId="ADAL" clId="{4B67BCE5-A54B-4C50-A4A4-A90AD839346F}" dt="2026-05-12T10:18:10.970" v="1242" actId="164"/>
          <ac:spMkLst>
            <pc:docMk/>
            <pc:sldMk cId="503317840" sldId="260"/>
            <ac:spMk id="8" creationId="{D75F4085-0444-8AFD-1735-CAFB3144675F}"/>
          </ac:spMkLst>
        </pc:spChg>
        <pc:spChg chg="add mod">
          <ac:chgData name="Köngäs Hannu" userId="79d87c5b-2156-4264-8a8b-b0103a58b4ed" providerId="ADAL" clId="{4B67BCE5-A54B-4C50-A4A4-A90AD839346F}" dt="2026-05-12T10:18:10.970" v="1242" actId="164"/>
          <ac:spMkLst>
            <pc:docMk/>
            <pc:sldMk cId="503317840" sldId="260"/>
            <ac:spMk id="9" creationId="{72B9974C-9997-0787-0990-CEF400C3F01A}"/>
          </ac:spMkLst>
        </pc:spChg>
        <pc:spChg chg="add mod ord">
          <ac:chgData name="Köngäs Hannu" userId="79d87c5b-2156-4264-8a8b-b0103a58b4ed" providerId="ADAL" clId="{4B67BCE5-A54B-4C50-A4A4-A90AD839346F}" dt="2026-05-12T10:19:31.886" v="1255" actId="20577"/>
          <ac:spMkLst>
            <pc:docMk/>
            <pc:sldMk cId="503317840" sldId="260"/>
            <ac:spMk id="10" creationId="{30CD77EB-992C-EB11-6568-65863D37E738}"/>
          </ac:spMkLst>
        </pc:spChg>
        <pc:spChg chg="add mod ord">
          <ac:chgData name="Köngäs Hannu" userId="79d87c5b-2156-4264-8a8b-b0103a58b4ed" providerId="ADAL" clId="{4B67BCE5-A54B-4C50-A4A4-A90AD839346F}" dt="2026-05-12T10:18:58.917" v="1252" actId="6549"/>
          <ac:spMkLst>
            <pc:docMk/>
            <pc:sldMk cId="503317840" sldId="260"/>
            <ac:spMk id="11" creationId="{5FF8B2E0-2FE7-FEFD-70DE-E0F6C9D3F190}"/>
          </ac:spMkLst>
        </pc:spChg>
        <pc:spChg chg="add mod ord">
          <ac:chgData name="Köngäs Hannu" userId="79d87c5b-2156-4264-8a8b-b0103a58b4ed" providerId="ADAL" clId="{4B67BCE5-A54B-4C50-A4A4-A90AD839346F}" dt="2026-05-12T10:18:10.970" v="1242" actId="164"/>
          <ac:spMkLst>
            <pc:docMk/>
            <pc:sldMk cId="503317840" sldId="260"/>
            <ac:spMk id="12" creationId="{6A7F49AE-CDB5-4A01-168D-A95592E20409}"/>
          </ac:spMkLst>
        </pc:spChg>
        <pc:spChg chg="add mod ord">
          <ac:chgData name="Köngäs Hannu" userId="79d87c5b-2156-4264-8a8b-b0103a58b4ed" providerId="ADAL" clId="{4B67BCE5-A54B-4C50-A4A4-A90AD839346F}" dt="2026-05-12T10:18:10.970" v="1242" actId="164"/>
          <ac:spMkLst>
            <pc:docMk/>
            <pc:sldMk cId="503317840" sldId="260"/>
            <ac:spMk id="13" creationId="{1DF4DEE2-C346-9D6E-B968-DEEA8D127C51}"/>
          </ac:spMkLst>
        </pc:spChg>
        <pc:spChg chg="add mod ord">
          <ac:chgData name="Köngäs Hannu" userId="79d87c5b-2156-4264-8a8b-b0103a58b4ed" providerId="ADAL" clId="{4B67BCE5-A54B-4C50-A4A4-A90AD839346F}" dt="2026-05-12T10:18:10.970" v="1242" actId="164"/>
          <ac:spMkLst>
            <pc:docMk/>
            <pc:sldMk cId="503317840" sldId="260"/>
            <ac:spMk id="14" creationId="{71303801-DCB4-F1F0-45CE-20C0109673B7}"/>
          </ac:spMkLst>
        </pc:spChg>
        <pc:spChg chg="add mod">
          <ac:chgData name="Köngäs Hannu" userId="79d87c5b-2156-4264-8a8b-b0103a58b4ed" providerId="ADAL" clId="{4B67BCE5-A54B-4C50-A4A4-A90AD839346F}" dt="2026-05-12T10:12:36.453" v="1097" actId="14100"/>
          <ac:spMkLst>
            <pc:docMk/>
            <pc:sldMk cId="503317840" sldId="260"/>
            <ac:spMk id="15" creationId="{8C675D5A-E9BD-C09A-D9A2-358AC9145970}"/>
          </ac:spMkLst>
        </pc:spChg>
        <pc:spChg chg="add mod ord">
          <ac:chgData name="Köngäs Hannu" userId="79d87c5b-2156-4264-8a8b-b0103a58b4ed" providerId="ADAL" clId="{4B67BCE5-A54B-4C50-A4A4-A90AD839346F}" dt="2026-05-12T10:18:10.970" v="1242" actId="164"/>
          <ac:spMkLst>
            <pc:docMk/>
            <pc:sldMk cId="503317840" sldId="260"/>
            <ac:spMk id="16" creationId="{A3921BCF-FD41-943B-1C70-38C8F353AB7B}"/>
          </ac:spMkLst>
        </pc:spChg>
        <pc:spChg chg="add mod">
          <ac:chgData name="Köngäs Hannu" userId="79d87c5b-2156-4264-8a8b-b0103a58b4ed" providerId="ADAL" clId="{4B67BCE5-A54B-4C50-A4A4-A90AD839346F}" dt="2026-05-12T10:18:10.970" v="1242" actId="164"/>
          <ac:spMkLst>
            <pc:docMk/>
            <pc:sldMk cId="503317840" sldId="260"/>
            <ac:spMk id="17" creationId="{C2B64FDD-040A-D3EC-8F4A-4C240FF39588}"/>
          </ac:spMkLst>
        </pc:spChg>
        <pc:spChg chg="add mod">
          <ac:chgData name="Köngäs Hannu" userId="79d87c5b-2156-4264-8a8b-b0103a58b4ed" providerId="ADAL" clId="{4B67BCE5-A54B-4C50-A4A4-A90AD839346F}" dt="2026-05-12T10:15:08.964" v="1201" actId="14100"/>
          <ac:spMkLst>
            <pc:docMk/>
            <pc:sldMk cId="503317840" sldId="260"/>
            <ac:spMk id="18" creationId="{3DCBB28F-3C30-F33A-7F52-1C85494E8747}"/>
          </ac:spMkLst>
        </pc:spChg>
        <pc:spChg chg="add mod">
          <ac:chgData name="Köngäs Hannu" userId="79d87c5b-2156-4264-8a8b-b0103a58b4ed" providerId="ADAL" clId="{4B67BCE5-A54B-4C50-A4A4-A90AD839346F}" dt="2026-05-12T10:18:10.970" v="1242" actId="164"/>
          <ac:spMkLst>
            <pc:docMk/>
            <pc:sldMk cId="503317840" sldId="260"/>
            <ac:spMk id="19" creationId="{BE1F66F9-4095-AA41-6BE9-7C6D446FEEB5}"/>
          </ac:spMkLst>
        </pc:spChg>
        <pc:picChg chg="add del mod">
          <ac:chgData name="Köngäs Hannu" userId="79d87c5b-2156-4264-8a8b-b0103a58b4ed" providerId="ADAL" clId="{4B67BCE5-A54B-4C50-A4A4-A90AD839346F}" dt="2026-05-12T10:05:17.561" v="493" actId="478"/>
          <ac:picMkLst>
            <pc:docMk/>
            <pc:sldMk cId="503317840" sldId="260"/>
            <ac:picMk id="5" creationId="{327F4D67-E2DD-0941-3904-8F17E583F546}"/>
          </ac:picMkLst>
        </pc:picChg>
        <pc:picChg chg="add">
          <ac:chgData name="Köngäs Hannu" userId="79d87c5b-2156-4264-8a8b-b0103a58b4ed" providerId="ADAL" clId="{4B67BCE5-A54B-4C50-A4A4-A90AD839346F}" dt="2026-05-12T10:05:18.401" v="494" actId="22"/>
          <ac:picMkLst>
            <pc:docMk/>
            <pc:sldMk cId="503317840" sldId="260"/>
            <ac:picMk id="7" creationId="{49F8CC8C-5710-9DD1-FF88-A1F590BBCC0A}"/>
          </ac:picMkLst>
        </pc:picChg>
        <pc:cxnChg chg="add mod">
          <ac:chgData name="Köngäs Hannu" userId="79d87c5b-2156-4264-8a8b-b0103a58b4ed" providerId="ADAL" clId="{4B67BCE5-A54B-4C50-A4A4-A90AD839346F}" dt="2026-05-12T10:16:29.260" v="1214" actId="14100"/>
          <ac:cxnSpMkLst>
            <pc:docMk/>
            <pc:sldMk cId="503317840" sldId="260"/>
            <ac:cxnSpMk id="20" creationId="{017AAB3C-E194-4614-67F4-D9FD5D3272D3}"/>
          </ac:cxnSpMkLst>
        </pc:cxnChg>
        <pc:cxnChg chg="add mod">
          <ac:chgData name="Köngäs Hannu" userId="79d87c5b-2156-4264-8a8b-b0103a58b4ed" providerId="ADAL" clId="{4B67BCE5-A54B-4C50-A4A4-A90AD839346F}" dt="2026-05-12T10:16:36.522" v="1216" actId="1076"/>
          <ac:cxnSpMkLst>
            <pc:docMk/>
            <pc:sldMk cId="503317840" sldId="260"/>
            <ac:cxnSpMk id="24" creationId="{3275D5ED-7EA2-B9E3-92BB-7F669D06F6D3}"/>
          </ac:cxnSpMkLst>
        </pc:cxnChg>
        <pc:cxnChg chg="add mod">
          <ac:chgData name="Köngäs Hannu" userId="79d87c5b-2156-4264-8a8b-b0103a58b4ed" providerId="ADAL" clId="{4B67BCE5-A54B-4C50-A4A4-A90AD839346F}" dt="2026-05-12T10:17:01.769" v="1229" actId="14100"/>
          <ac:cxnSpMkLst>
            <pc:docMk/>
            <pc:sldMk cId="503317840" sldId="260"/>
            <ac:cxnSpMk id="25" creationId="{DE766207-FEC0-136F-E824-EA9E065AB2A5}"/>
          </ac:cxnSpMkLst>
        </pc:cxnChg>
        <pc:cxnChg chg="add mod">
          <ac:chgData name="Köngäs Hannu" userId="79d87c5b-2156-4264-8a8b-b0103a58b4ed" providerId="ADAL" clId="{4B67BCE5-A54B-4C50-A4A4-A90AD839346F}" dt="2026-05-12T10:17:15.793" v="1232" actId="14100"/>
          <ac:cxnSpMkLst>
            <pc:docMk/>
            <pc:sldMk cId="503317840" sldId="260"/>
            <ac:cxnSpMk id="28" creationId="{A8FD0E39-F36A-0CB3-7546-582FEA583CC3}"/>
          </ac:cxnSpMkLst>
        </pc:cxnChg>
        <pc:cxnChg chg="add mod">
          <ac:chgData name="Köngäs Hannu" userId="79d87c5b-2156-4264-8a8b-b0103a58b4ed" providerId="ADAL" clId="{4B67BCE5-A54B-4C50-A4A4-A90AD839346F}" dt="2026-05-12T10:17:33.933" v="1237" actId="14100"/>
          <ac:cxnSpMkLst>
            <pc:docMk/>
            <pc:sldMk cId="503317840" sldId="260"/>
            <ac:cxnSpMk id="31" creationId="{073F50FB-5023-1FCC-C5B6-A8A4D57BC15F}"/>
          </ac:cxnSpMkLst>
        </pc:cxnChg>
        <pc:cxnChg chg="add mod">
          <ac:chgData name="Köngäs Hannu" userId="79d87c5b-2156-4264-8a8b-b0103a58b4ed" providerId="ADAL" clId="{4B67BCE5-A54B-4C50-A4A4-A90AD839346F}" dt="2026-05-12T10:17:44.180" v="1240" actId="14100"/>
          <ac:cxnSpMkLst>
            <pc:docMk/>
            <pc:sldMk cId="503317840" sldId="260"/>
            <ac:cxnSpMk id="36" creationId="{EB17D22A-DFAC-BCE4-8C57-6B5DB9741E8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85A3027-4EEB-38E2-A7DD-F40437B33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FDB0E4F6-4B50-0E56-3D05-DBDE7AD01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4D4612D-C272-B6F0-19DE-9E0FB7D5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25505E7-41E6-D77B-F779-5B5BE288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144528C-9559-EEAB-15D4-B3FC09C0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3961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CBB6D88-7B7A-5320-D72B-D8B84030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7ABB4A8-3B7B-D8CB-1E47-0E03EE59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4502FD8-DCC3-4FE9-BF8F-F0CFAFF4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9145548-B85B-8A48-28F9-64F7B4EA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B6240A1-F151-4F39-2852-10535F3C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4219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7847B69-1DD5-336C-DB3A-394FED70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F9038FB8-FFE6-98F9-1BB1-F4D6C5971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4F0761F-4461-5D62-2406-87DDE584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EC984EF-C1FB-5C5E-8E58-B17C7806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A3D14C2-96AE-B59F-2468-CF05B2E3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91185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2CD562D-8E59-09DC-2227-4D20A8B2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F747D25-0CAB-71CD-D953-7269C1289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1AE60C32-4856-65BF-1518-7F6F9AD9C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8128F73C-5723-17CB-40C3-277CCC62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74D0BC85-1F5E-2BB4-A57D-76D597FE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E620861-B0C8-0C23-5904-B862DEB8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2259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FC116E8-09AD-3645-2824-2BC93B1B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F2A82D90-AABB-349F-EE83-D9298EEAB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690D8B5F-76BE-2C92-B961-8AFBD6DBC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8AA0D18A-7CCD-D17E-D329-7CEFCE3A2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B2CCFF48-9EA3-1B02-7CBB-84E04CEC5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CEBC76DA-4DF1-7DAF-A2AA-8368DBFE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6CAC4CE5-ECBA-641E-1CAB-ABF90696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0EBAFE0A-676F-0620-EBC3-0F37C99F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1892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F0EC0CC-D25F-3AC4-F731-2C7E15A5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0FF115C8-486E-6B16-80A3-9BC24194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937F1975-585D-AD43-C6CA-C1DAA14C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583738E5-61F9-5591-55AB-CAB071E3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3530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F1DFE70A-9315-BA7D-6997-FE6DBFC7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0B387CE9-98EA-3EE4-7AEA-66305FB65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B7288729-BB41-7230-2FA2-68FD4F1A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3087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59EC845-170C-914C-EC00-5B511B34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A1FBFA9-307A-5504-427E-109FD57B0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77650110-1E95-0D34-BC63-6BFF7025B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8C90F46F-F497-C061-DE6D-ACDA5FC9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44FDF929-4E84-0EB4-09F3-BF78196B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DC33DCD-1622-F5D7-7EC6-8D2FB659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5506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44253C4-A466-83FC-EA7B-5E0ADDE0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C95497FD-DA41-E71B-16D3-95A567517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B2B98472-7544-0D40-4828-27344EDA3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D20E90D-E167-2A99-0E44-44DB5526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596A1E3-7A15-137F-6922-576E4753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E2AC9CFD-3246-C7D2-C378-0440D9DD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03956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8636145-17E9-A738-FEB4-5323E414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2965DBAB-8E25-46D9-0FAB-3E24320B3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0153C57-1942-C6AA-3850-55B2F657B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BDC4C24-C908-58B8-D53B-06EADEA24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9C9FFFE9-EAB7-800D-D57A-D246AFD7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3697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5C185D96-32D8-6754-A85E-F38D543E9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C55A0691-5C0B-DD8C-2697-4AA275824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1AE29B8-22E2-A7C6-4D76-4BAB60B4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1659CA4-0CCF-2E0C-3D9D-D07EC92E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A874AF5-F574-5A20-9833-C66FA18D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2203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628DF080-86C2-EA4D-3C53-E48755F4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897D8280-0FA1-B3A6-5FC5-61BCC493A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884A4DA-E37D-E073-BC0B-4B68E243D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72B3C-1C17-48F8-9509-2B2AD82ACAA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528E9B5-7A08-3DC1-0AAA-5744685E8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EF56D89-8ECF-4E9F-F85E-5512D73D4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7167B-F15F-4315-8531-39E7F42C0A1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3757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Ryhmä 45">
            <a:extLst>
              <a:ext uri="{FF2B5EF4-FFF2-40B4-BE49-F238E27FC236}">
                <a16:creationId xmlns:a16="http://schemas.microsoft.com/office/drawing/2014/main" id="{5FF203C3-7BA9-F183-E9BC-41C8BE859746}"/>
              </a:ext>
            </a:extLst>
          </p:cNvPr>
          <p:cNvGrpSpPr/>
          <p:nvPr/>
        </p:nvGrpSpPr>
        <p:grpSpPr>
          <a:xfrm>
            <a:off x="170878" y="404812"/>
            <a:ext cx="10214440" cy="5876925"/>
            <a:chOff x="170878" y="404812"/>
            <a:chExt cx="10214440" cy="5876925"/>
          </a:xfrm>
        </p:grpSpPr>
        <p:pic>
          <p:nvPicPr>
            <p:cNvPr id="5" name="Kuva 4">
              <a:extLst>
                <a:ext uri="{FF2B5EF4-FFF2-40B4-BE49-F238E27FC236}">
                  <a16:creationId xmlns:a16="http://schemas.microsoft.com/office/drawing/2014/main" id="{9631063F-5B49-0899-2F6D-D73F7D266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878" y="404812"/>
              <a:ext cx="7096125" cy="5876925"/>
            </a:xfrm>
            <a:prstGeom prst="rect">
              <a:avLst/>
            </a:prstGeom>
          </p:spPr>
        </p:pic>
        <p:sp>
          <p:nvSpPr>
            <p:cNvPr id="6" name="Tekstiruutu 5">
              <a:extLst>
                <a:ext uri="{FF2B5EF4-FFF2-40B4-BE49-F238E27FC236}">
                  <a16:creationId xmlns:a16="http://schemas.microsoft.com/office/drawing/2014/main" id="{10408FF8-79C4-281A-44F6-A9C45ACBE5C7}"/>
                </a:ext>
              </a:extLst>
            </p:cNvPr>
            <p:cNvSpPr txBox="1"/>
            <p:nvPr/>
          </p:nvSpPr>
          <p:spPr>
            <a:xfrm>
              <a:off x="2706243" y="3224216"/>
              <a:ext cx="3915303" cy="646331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Solu B3 valittuna (sarake B, rivi 3). </a:t>
              </a:r>
            </a:p>
            <a:p>
              <a:r>
                <a:rPr lang="fi-FI" dirty="0"/>
                <a:t>Valittu solu näkyy myös </a:t>
              </a:r>
              <a:r>
                <a:rPr lang="fi-FI" i="1" dirty="0"/>
                <a:t>nimiruudussa</a:t>
              </a:r>
            </a:p>
          </p:txBody>
        </p:sp>
        <p:sp>
          <p:nvSpPr>
            <p:cNvPr id="7" name="Tekstiruutu 6">
              <a:extLst>
                <a:ext uri="{FF2B5EF4-FFF2-40B4-BE49-F238E27FC236}">
                  <a16:creationId xmlns:a16="http://schemas.microsoft.com/office/drawing/2014/main" id="{E5C2FB76-9D28-2A83-76B5-2165A281A596}"/>
                </a:ext>
              </a:extLst>
            </p:cNvPr>
            <p:cNvSpPr txBox="1"/>
            <p:nvPr/>
          </p:nvSpPr>
          <p:spPr>
            <a:xfrm>
              <a:off x="2706243" y="4752990"/>
              <a:ext cx="2774862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Taulukkovälilehdet (</a:t>
              </a:r>
              <a:r>
                <a:rPr lang="fi-FI" dirty="0" err="1"/>
                <a:t>sheet</a:t>
              </a:r>
              <a:r>
                <a:rPr lang="fi-FI" dirty="0"/>
                <a:t>)</a:t>
              </a:r>
            </a:p>
          </p:txBody>
        </p:sp>
        <p:sp>
          <p:nvSpPr>
            <p:cNvPr id="8" name="Tekstiruutu 7">
              <a:extLst>
                <a:ext uri="{FF2B5EF4-FFF2-40B4-BE49-F238E27FC236}">
                  <a16:creationId xmlns:a16="http://schemas.microsoft.com/office/drawing/2014/main" id="{FCF662EE-4D21-1CC7-85C6-14098349ED23}"/>
                </a:ext>
              </a:extLst>
            </p:cNvPr>
            <p:cNvSpPr txBox="1"/>
            <p:nvPr/>
          </p:nvSpPr>
          <p:spPr>
            <a:xfrm>
              <a:off x="7739144" y="1452211"/>
              <a:ext cx="1497589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Valintanauha</a:t>
              </a:r>
            </a:p>
          </p:txBody>
        </p:sp>
        <p:sp>
          <p:nvSpPr>
            <p:cNvPr id="9" name="Tekstiruutu 8">
              <a:extLst>
                <a:ext uri="{FF2B5EF4-FFF2-40B4-BE49-F238E27FC236}">
                  <a16:creationId xmlns:a16="http://schemas.microsoft.com/office/drawing/2014/main" id="{1F657CC7-CB8C-6458-BCFE-1FA4C6ECE685}"/>
                </a:ext>
              </a:extLst>
            </p:cNvPr>
            <p:cNvSpPr txBox="1"/>
            <p:nvPr/>
          </p:nvSpPr>
          <p:spPr>
            <a:xfrm>
              <a:off x="7739144" y="828184"/>
              <a:ext cx="2646174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Valintanauhan välilehdet</a:t>
              </a:r>
            </a:p>
          </p:txBody>
        </p:sp>
        <p:sp>
          <p:nvSpPr>
            <p:cNvPr id="10" name="Tekstiruutu 9">
              <a:extLst>
                <a:ext uri="{FF2B5EF4-FFF2-40B4-BE49-F238E27FC236}">
                  <a16:creationId xmlns:a16="http://schemas.microsoft.com/office/drawing/2014/main" id="{8456D722-96B1-2B31-2C5B-61148EB8CCC4}"/>
                </a:ext>
              </a:extLst>
            </p:cNvPr>
            <p:cNvSpPr txBox="1"/>
            <p:nvPr/>
          </p:nvSpPr>
          <p:spPr>
            <a:xfrm>
              <a:off x="7739144" y="2115519"/>
              <a:ext cx="1078372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Kaavarivi</a:t>
              </a:r>
            </a:p>
          </p:txBody>
        </p:sp>
        <p:sp>
          <p:nvSpPr>
            <p:cNvPr id="11" name="Suorakulmio: Pyöristetyt kulmat 10">
              <a:extLst>
                <a:ext uri="{FF2B5EF4-FFF2-40B4-BE49-F238E27FC236}">
                  <a16:creationId xmlns:a16="http://schemas.microsoft.com/office/drawing/2014/main" id="{62EAE852-6D41-1B96-D2A7-58065A21A308}"/>
                </a:ext>
              </a:extLst>
            </p:cNvPr>
            <p:cNvSpPr/>
            <p:nvPr/>
          </p:nvSpPr>
          <p:spPr>
            <a:xfrm>
              <a:off x="246889" y="1161288"/>
              <a:ext cx="6971346" cy="954231"/>
            </a:xfrm>
            <a:prstGeom prst="roundRect">
              <a:avLst/>
            </a:prstGeom>
            <a:noFill/>
            <a:ln w="38100" cap="flat" cmpd="sng" algn="ctr">
              <a:solidFill>
                <a:srgbClr val="FF0000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2" name="Suorakulmio: Pyöristetyt kulmat 11">
              <a:extLst>
                <a:ext uri="{FF2B5EF4-FFF2-40B4-BE49-F238E27FC236}">
                  <a16:creationId xmlns:a16="http://schemas.microsoft.com/office/drawing/2014/main" id="{C41D1A57-0B01-0772-BE0D-FC0C7D63ED08}"/>
                </a:ext>
              </a:extLst>
            </p:cNvPr>
            <p:cNvSpPr/>
            <p:nvPr/>
          </p:nvSpPr>
          <p:spPr>
            <a:xfrm>
              <a:off x="847345" y="890223"/>
              <a:ext cx="5654040" cy="225345"/>
            </a:xfrm>
            <a:prstGeom prst="roundRect">
              <a:avLst/>
            </a:prstGeom>
            <a:noFill/>
            <a:ln w="38100" cap="flat" cmpd="sng" algn="ctr">
              <a:solidFill>
                <a:srgbClr val="FF0000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3" name="Suorakulmio: Pyöristetyt kulmat 12">
              <a:extLst>
                <a:ext uri="{FF2B5EF4-FFF2-40B4-BE49-F238E27FC236}">
                  <a16:creationId xmlns:a16="http://schemas.microsoft.com/office/drawing/2014/main" id="{B5FEF615-3138-2F07-808D-B5EAEBA60843}"/>
                </a:ext>
              </a:extLst>
            </p:cNvPr>
            <p:cNvSpPr/>
            <p:nvPr/>
          </p:nvSpPr>
          <p:spPr>
            <a:xfrm>
              <a:off x="2258567" y="2176168"/>
              <a:ext cx="4959667" cy="237848"/>
            </a:xfrm>
            <a:prstGeom prst="roundRect">
              <a:avLst/>
            </a:prstGeom>
            <a:noFill/>
            <a:ln w="38100" cap="flat" cmpd="sng" algn="ctr">
              <a:solidFill>
                <a:srgbClr val="FF0000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4" name="Tekstiruutu 13">
              <a:extLst>
                <a:ext uri="{FF2B5EF4-FFF2-40B4-BE49-F238E27FC236}">
                  <a16:creationId xmlns:a16="http://schemas.microsoft.com/office/drawing/2014/main" id="{6C21E5B0-2781-198E-2C57-836ABAEB741D}"/>
                </a:ext>
              </a:extLst>
            </p:cNvPr>
            <p:cNvSpPr txBox="1"/>
            <p:nvPr/>
          </p:nvSpPr>
          <p:spPr>
            <a:xfrm>
              <a:off x="2706243" y="4157984"/>
              <a:ext cx="1414490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Täyttökahva</a:t>
              </a:r>
            </a:p>
          </p:txBody>
        </p:sp>
        <p:cxnSp>
          <p:nvCxnSpPr>
            <p:cNvPr id="16" name="Suora nuoliyhdysviiva 15">
              <a:extLst>
                <a:ext uri="{FF2B5EF4-FFF2-40B4-BE49-F238E27FC236}">
                  <a16:creationId xmlns:a16="http://schemas.microsoft.com/office/drawing/2014/main" id="{6AA8EAD3-B82C-1C00-1C91-6D7C92F62A3F}"/>
                </a:ext>
              </a:extLst>
            </p:cNvPr>
            <p:cNvCxnSpPr>
              <a:cxnSpLocks/>
              <a:stCxn id="9" idx="1"/>
              <a:endCxn id="12" idx="3"/>
            </p:cNvCxnSpPr>
            <p:nvPr/>
          </p:nvCxnSpPr>
          <p:spPr>
            <a:xfrm flipH="1" flipV="1">
              <a:off x="6501385" y="1002896"/>
              <a:ext cx="1237759" cy="995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uora nuoliyhdysviiva 18">
              <a:extLst>
                <a:ext uri="{FF2B5EF4-FFF2-40B4-BE49-F238E27FC236}">
                  <a16:creationId xmlns:a16="http://schemas.microsoft.com/office/drawing/2014/main" id="{6CBAF1E1-8A67-D189-5D23-066FD16E9B1D}"/>
                </a:ext>
              </a:extLst>
            </p:cNvPr>
            <p:cNvCxnSpPr>
              <a:cxnSpLocks/>
              <a:stCxn id="8" idx="1"/>
              <a:endCxn id="11" idx="3"/>
            </p:cNvCxnSpPr>
            <p:nvPr/>
          </p:nvCxnSpPr>
          <p:spPr>
            <a:xfrm flipH="1">
              <a:off x="7218235" y="1636877"/>
              <a:ext cx="520909" cy="152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uora nuoliyhdysviiva 21">
              <a:extLst>
                <a:ext uri="{FF2B5EF4-FFF2-40B4-BE49-F238E27FC236}">
                  <a16:creationId xmlns:a16="http://schemas.microsoft.com/office/drawing/2014/main" id="{5325C79A-1A1B-A0AD-5FED-FCF15BA9B90B}"/>
                </a:ext>
              </a:extLst>
            </p:cNvPr>
            <p:cNvCxnSpPr>
              <a:cxnSpLocks/>
              <a:stCxn id="10" idx="1"/>
              <a:endCxn id="13" idx="3"/>
            </p:cNvCxnSpPr>
            <p:nvPr/>
          </p:nvCxnSpPr>
          <p:spPr>
            <a:xfrm flipH="1" flipV="1">
              <a:off x="7218234" y="2295092"/>
              <a:ext cx="520910" cy="509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uora nuoliyhdysviiva 27">
              <a:extLst>
                <a:ext uri="{FF2B5EF4-FFF2-40B4-BE49-F238E27FC236}">
                  <a16:creationId xmlns:a16="http://schemas.microsoft.com/office/drawing/2014/main" id="{D6E7B89A-35F5-3BD9-95DB-C2A9F4C1A6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909" y="3343274"/>
              <a:ext cx="94209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diamond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Vapaamuotoinen: Muoto 38">
              <a:extLst>
                <a:ext uri="{FF2B5EF4-FFF2-40B4-BE49-F238E27FC236}">
                  <a16:creationId xmlns:a16="http://schemas.microsoft.com/office/drawing/2014/main" id="{F0796943-6835-B812-5444-4E3CF8BC0378}"/>
                </a:ext>
              </a:extLst>
            </p:cNvPr>
            <p:cNvSpPr/>
            <p:nvPr/>
          </p:nvSpPr>
          <p:spPr>
            <a:xfrm>
              <a:off x="757383" y="2364509"/>
              <a:ext cx="3870036" cy="868218"/>
            </a:xfrm>
            <a:custGeom>
              <a:avLst/>
              <a:gdLst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5" fmla="*/ 57796 w 3909359"/>
                <a:gd name="csY5" fmla="*/ 648008 h 925099"/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0" fmla="*/ 4405763 w 4405763"/>
                <a:gd name="csY0" fmla="*/ 872253 h 872253"/>
                <a:gd name="csX1" fmla="*/ 3648381 w 4405763"/>
                <a:gd name="csY1" fmla="*/ 401199 h 872253"/>
                <a:gd name="csX2" fmla="*/ 960600 w 4405763"/>
                <a:gd name="csY2" fmla="*/ 299599 h 872253"/>
                <a:gd name="csX3" fmla="*/ 535727 w 4405763"/>
                <a:gd name="csY3" fmla="*/ 4035 h 872253"/>
                <a:gd name="csX4" fmla="*/ 18 w 4405763"/>
                <a:gd name="csY4" fmla="*/ 539744 h 872253"/>
                <a:gd name="csX0" fmla="*/ 3870036 w 3870036"/>
                <a:gd name="csY0" fmla="*/ 872253 h 872253"/>
                <a:gd name="csX1" fmla="*/ 3112654 w 3870036"/>
                <a:gd name="csY1" fmla="*/ 401199 h 872253"/>
                <a:gd name="csX2" fmla="*/ 424873 w 3870036"/>
                <a:gd name="csY2" fmla="*/ 299599 h 872253"/>
                <a:gd name="csX3" fmla="*/ 0 w 3870036"/>
                <a:gd name="csY3" fmla="*/ 4035 h 872253"/>
                <a:gd name="csX0" fmla="*/ 3870036 w 3870036"/>
                <a:gd name="csY0" fmla="*/ 872662 h 872662"/>
                <a:gd name="csX1" fmla="*/ 3112654 w 3870036"/>
                <a:gd name="csY1" fmla="*/ 401608 h 872662"/>
                <a:gd name="csX2" fmla="*/ 775855 w 3870036"/>
                <a:gd name="csY2" fmla="*/ 272299 h 872662"/>
                <a:gd name="csX3" fmla="*/ 0 w 3870036"/>
                <a:gd name="csY3" fmla="*/ 4444 h 872662"/>
                <a:gd name="csX0" fmla="*/ 3870036 w 3870036"/>
                <a:gd name="csY0" fmla="*/ 870455 h 870455"/>
                <a:gd name="csX1" fmla="*/ 3112654 w 3870036"/>
                <a:gd name="csY1" fmla="*/ 399401 h 870455"/>
                <a:gd name="csX2" fmla="*/ 572655 w 3870036"/>
                <a:gd name="csY2" fmla="*/ 537947 h 870455"/>
                <a:gd name="csX3" fmla="*/ 0 w 3870036"/>
                <a:gd name="csY3" fmla="*/ 2237 h 870455"/>
                <a:gd name="csX0" fmla="*/ 3870036 w 3870036"/>
                <a:gd name="csY0" fmla="*/ 870574 h 870574"/>
                <a:gd name="csX1" fmla="*/ 3112654 w 3870036"/>
                <a:gd name="csY1" fmla="*/ 399520 h 870574"/>
                <a:gd name="csX2" fmla="*/ 572655 w 3870036"/>
                <a:gd name="csY2" fmla="*/ 538066 h 870574"/>
                <a:gd name="csX3" fmla="*/ 0 w 3870036"/>
                <a:gd name="csY3" fmla="*/ 2356 h 870574"/>
                <a:gd name="csX0" fmla="*/ 3870036 w 3870036"/>
                <a:gd name="csY0" fmla="*/ 868218 h 868218"/>
                <a:gd name="csX1" fmla="*/ 3112654 w 3870036"/>
                <a:gd name="csY1" fmla="*/ 397164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629890 w 3870036"/>
                <a:gd name="csY1" fmla="*/ 600364 h 868218"/>
                <a:gd name="csX2" fmla="*/ 3048000 w 3870036"/>
                <a:gd name="csY2" fmla="*/ 563419 h 868218"/>
                <a:gd name="csX3" fmla="*/ 572655 w 3870036"/>
                <a:gd name="csY3" fmla="*/ 535710 h 868218"/>
                <a:gd name="csX4" fmla="*/ 0 w 3870036"/>
                <a:gd name="csY4" fmla="*/ 0 h 868218"/>
                <a:gd name="csX0" fmla="*/ 3870036 w 3870036"/>
                <a:gd name="csY0" fmla="*/ 868218 h 868218"/>
                <a:gd name="csX1" fmla="*/ 3629890 w 3870036"/>
                <a:gd name="csY1" fmla="*/ 600364 h 868218"/>
                <a:gd name="csX2" fmla="*/ 3048000 w 3870036"/>
                <a:gd name="csY2" fmla="*/ 563419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89860"/>
                <a:gd name="csY0" fmla="*/ 868218 h 868218"/>
                <a:gd name="csX1" fmla="*/ 2170545 w 3889860"/>
                <a:gd name="csY1" fmla="*/ 480292 h 868218"/>
                <a:gd name="csX2" fmla="*/ 0 w 3889860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70036" h="868218">
                  <a:moveTo>
                    <a:pt x="3870036" y="868218"/>
                  </a:moveTo>
                  <a:cubicBezTo>
                    <a:pt x="3846561" y="573808"/>
                    <a:pt x="3111114" y="495686"/>
                    <a:pt x="2170545" y="480292"/>
                  </a:cubicBezTo>
                  <a:cubicBezTo>
                    <a:pt x="1229976" y="464898"/>
                    <a:pt x="163947" y="523779"/>
                    <a:pt x="0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sysDash"/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0" name="Vapaamuotoinen: Muoto 39">
              <a:extLst>
                <a:ext uri="{FF2B5EF4-FFF2-40B4-BE49-F238E27FC236}">
                  <a16:creationId xmlns:a16="http://schemas.microsoft.com/office/drawing/2014/main" id="{82C30748-2951-3838-C243-AB80A4ECAD06}"/>
                </a:ext>
              </a:extLst>
            </p:cNvPr>
            <p:cNvSpPr/>
            <p:nvPr/>
          </p:nvSpPr>
          <p:spPr>
            <a:xfrm>
              <a:off x="2120679" y="3606801"/>
              <a:ext cx="585563" cy="752742"/>
            </a:xfrm>
            <a:custGeom>
              <a:avLst/>
              <a:gdLst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5" fmla="*/ 57796 w 3909359"/>
                <a:gd name="csY5" fmla="*/ 648008 h 925099"/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0" fmla="*/ 4405763 w 4405763"/>
                <a:gd name="csY0" fmla="*/ 872253 h 872253"/>
                <a:gd name="csX1" fmla="*/ 3648381 w 4405763"/>
                <a:gd name="csY1" fmla="*/ 401199 h 872253"/>
                <a:gd name="csX2" fmla="*/ 960600 w 4405763"/>
                <a:gd name="csY2" fmla="*/ 299599 h 872253"/>
                <a:gd name="csX3" fmla="*/ 535727 w 4405763"/>
                <a:gd name="csY3" fmla="*/ 4035 h 872253"/>
                <a:gd name="csX4" fmla="*/ 18 w 4405763"/>
                <a:gd name="csY4" fmla="*/ 539744 h 872253"/>
                <a:gd name="csX0" fmla="*/ 3870036 w 3870036"/>
                <a:gd name="csY0" fmla="*/ 872253 h 872253"/>
                <a:gd name="csX1" fmla="*/ 3112654 w 3870036"/>
                <a:gd name="csY1" fmla="*/ 401199 h 872253"/>
                <a:gd name="csX2" fmla="*/ 424873 w 3870036"/>
                <a:gd name="csY2" fmla="*/ 299599 h 872253"/>
                <a:gd name="csX3" fmla="*/ 0 w 3870036"/>
                <a:gd name="csY3" fmla="*/ 4035 h 872253"/>
                <a:gd name="csX0" fmla="*/ 3870036 w 3870036"/>
                <a:gd name="csY0" fmla="*/ 872662 h 872662"/>
                <a:gd name="csX1" fmla="*/ 3112654 w 3870036"/>
                <a:gd name="csY1" fmla="*/ 401608 h 872662"/>
                <a:gd name="csX2" fmla="*/ 775855 w 3870036"/>
                <a:gd name="csY2" fmla="*/ 272299 h 872662"/>
                <a:gd name="csX3" fmla="*/ 0 w 3870036"/>
                <a:gd name="csY3" fmla="*/ 4444 h 872662"/>
                <a:gd name="csX0" fmla="*/ 3870036 w 3870036"/>
                <a:gd name="csY0" fmla="*/ 870455 h 870455"/>
                <a:gd name="csX1" fmla="*/ 3112654 w 3870036"/>
                <a:gd name="csY1" fmla="*/ 399401 h 870455"/>
                <a:gd name="csX2" fmla="*/ 572655 w 3870036"/>
                <a:gd name="csY2" fmla="*/ 537947 h 870455"/>
                <a:gd name="csX3" fmla="*/ 0 w 3870036"/>
                <a:gd name="csY3" fmla="*/ 2237 h 870455"/>
                <a:gd name="csX0" fmla="*/ 3870036 w 3870036"/>
                <a:gd name="csY0" fmla="*/ 870574 h 870574"/>
                <a:gd name="csX1" fmla="*/ 3112654 w 3870036"/>
                <a:gd name="csY1" fmla="*/ 399520 h 870574"/>
                <a:gd name="csX2" fmla="*/ 572655 w 3870036"/>
                <a:gd name="csY2" fmla="*/ 538066 h 870574"/>
                <a:gd name="csX3" fmla="*/ 0 w 3870036"/>
                <a:gd name="csY3" fmla="*/ 2356 h 870574"/>
                <a:gd name="csX0" fmla="*/ 3870036 w 3870036"/>
                <a:gd name="csY0" fmla="*/ 868218 h 868218"/>
                <a:gd name="csX1" fmla="*/ 3112654 w 3870036"/>
                <a:gd name="csY1" fmla="*/ 397164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629890 w 3870036"/>
                <a:gd name="csY1" fmla="*/ 600364 h 868218"/>
                <a:gd name="csX2" fmla="*/ 3048000 w 3870036"/>
                <a:gd name="csY2" fmla="*/ 563419 h 868218"/>
                <a:gd name="csX3" fmla="*/ 572655 w 3870036"/>
                <a:gd name="csY3" fmla="*/ 535710 h 868218"/>
                <a:gd name="csX4" fmla="*/ 0 w 3870036"/>
                <a:gd name="csY4" fmla="*/ 0 h 868218"/>
                <a:gd name="csX0" fmla="*/ 3870036 w 3870036"/>
                <a:gd name="csY0" fmla="*/ 868218 h 868218"/>
                <a:gd name="csX1" fmla="*/ 3629890 w 3870036"/>
                <a:gd name="csY1" fmla="*/ 600364 h 868218"/>
                <a:gd name="csX2" fmla="*/ 3048000 w 3870036"/>
                <a:gd name="csY2" fmla="*/ 563419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89860"/>
                <a:gd name="csY0" fmla="*/ 868218 h 868218"/>
                <a:gd name="csX1" fmla="*/ 2170545 w 3889860"/>
                <a:gd name="csY1" fmla="*/ 480292 h 868218"/>
                <a:gd name="csX2" fmla="*/ 0 w 3889860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0 w 3870036"/>
                <a:gd name="csY1" fmla="*/ 0 h 868218"/>
                <a:gd name="csX0" fmla="*/ 3870036 w 3870036"/>
                <a:gd name="csY0" fmla="*/ 868218 h 868218"/>
                <a:gd name="csX1" fmla="*/ 0 w 3870036"/>
                <a:gd name="csY1" fmla="*/ 0 h 868218"/>
                <a:gd name="csX0" fmla="*/ 3870036 w 3870036"/>
                <a:gd name="csY0" fmla="*/ 868218 h 868218"/>
                <a:gd name="csX1" fmla="*/ 0 w 3870036"/>
                <a:gd name="csY1" fmla="*/ 0 h 868218"/>
                <a:gd name="csX0" fmla="*/ 3996103 w 3996103"/>
                <a:gd name="csY0" fmla="*/ 890061 h 890061"/>
                <a:gd name="csX1" fmla="*/ 0 w 3996103"/>
                <a:gd name="csY1" fmla="*/ 0 h 8900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996103" h="890061">
                  <a:moveTo>
                    <a:pt x="3996103" y="890061"/>
                  </a:moveTo>
                  <a:cubicBezTo>
                    <a:pt x="436924" y="873688"/>
                    <a:pt x="533625" y="376776"/>
                    <a:pt x="0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solid"/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1" name="Ellipsi 40">
              <a:extLst>
                <a:ext uri="{FF2B5EF4-FFF2-40B4-BE49-F238E27FC236}">
                  <a16:creationId xmlns:a16="http://schemas.microsoft.com/office/drawing/2014/main" id="{1B05023F-FE13-7868-BC9A-71A14BF2CF56}"/>
                </a:ext>
              </a:extLst>
            </p:cNvPr>
            <p:cNvSpPr/>
            <p:nvPr/>
          </p:nvSpPr>
          <p:spPr>
            <a:xfrm>
              <a:off x="2031997" y="3417161"/>
              <a:ext cx="180000" cy="18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4" name="Vapaamuotoinen: Muoto 43">
              <a:extLst>
                <a:ext uri="{FF2B5EF4-FFF2-40B4-BE49-F238E27FC236}">
                  <a16:creationId xmlns:a16="http://schemas.microsoft.com/office/drawing/2014/main" id="{EAC67DBA-2445-EA3C-E787-EF0730A7D64D}"/>
                </a:ext>
              </a:extLst>
            </p:cNvPr>
            <p:cNvSpPr/>
            <p:nvPr/>
          </p:nvSpPr>
          <p:spPr>
            <a:xfrm>
              <a:off x="1837294" y="4951386"/>
              <a:ext cx="855106" cy="651184"/>
            </a:xfrm>
            <a:custGeom>
              <a:avLst/>
              <a:gdLst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5" fmla="*/ 57796 w 3909359"/>
                <a:gd name="csY5" fmla="*/ 648008 h 925099"/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0" fmla="*/ 3909359 w 3909359"/>
                <a:gd name="csY0" fmla="*/ 925099 h 925099"/>
                <a:gd name="csX1" fmla="*/ 3151977 w 3909359"/>
                <a:gd name="csY1" fmla="*/ 454045 h 925099"/>
                <a:gd name="csX2" fmla="*/ 464196 w 3909359"/>
                <a:gd name="csY2" fmla="*/ 352445 h 925099"/>
                <a:gd name="csX3" fmla="*/ 39323 w 3909359"/>
                <a:gd name="csY3" fmla="*/ 56881 h 925099"/>
                <a:gd name="csX4" fmla="*/ 20850 w 3909359"/>
                <a:gd name="csY4" fmla="*/ 56881 h 925099"/>
                <a:gd name="csX0" fmla="*/ 4405763 w 4405763"/>
                <a:gd name="csY0" fmla="*/ 872253 h 872253"/>
                <a:gd name="csX1" fmla="*/ 3648381 w 4405763"/>
                <a:gd name="csY1" fmla="*/ 401199 h 872253"/>
                <a:gd name="csX2" fmla="*/ 960600 w 4405763"/>
                <a:gd name="csY2" fmla="*/ 299599 h 872253"/>
                <a:gd name="csX3" fmla="*/ 535727 w 4405763"/>
                <a:gd name="csY3" fmla="*/ 4035 h 872253"/>
                <a:gd name="csX4" fmla="*/ 18 w 4405763"/>
                <a:gd name="csY4" fmla="*/ 539744 h 872253"/>
                <a:gd name="csX0" fmla="*/ 3870036 w 3870036"/>
                <a:gd name="csY0" fmla="*/ 872253 h 872253"/>
                <a:gd name="csX1" fmla="*/ 3112654 w 3870036"/>
                <a:gd name="csY1" fmla="*/ 401199 h 872253"/>
                <a:gd name="csX2" fmla="*/ 424873 w 3870036"/>
                <a:gd name="csY2" fmla="*/ 299599 h 872253"/>
                <a:gd name="csX3" fmla="*/ 0 w 3870036"/>
                <a:gd name="csY3" fmla="*/ 4035 h 872253"/>
                <a:gd name="csX0" fmla="*/ 3870036 w 3870036"/>
                <a:gd name="csY0" fmla="*/ 872662 h 872662"/>
                <a:gd name="csX1" fmla="*/ 3112654 w 3870036"/>
                <a:gd name="csY1" fmla="*/ 401608 h 872662"/>
                <a:gd name="csX2" fmla="*/ 775855 w 3870036"/>
                <a:gd name="csY2" fmla="*/ 272299 h 872662"/>
                <a:gd name="csX3" fmla="*/ 0 w 3870036"/>
                <a:gd name="csY3" fmla="*/ 4444 h 872662"/>
                <a:gd name="csX0" fmla="*/ 3870036 w 3870036"/>
                <a:gd name="csY0" fmla="*/ 870455 h 870455"/>
                <a:gd name="csX1" fmla="*/ 3112654 w 3870036"/>
                <a:gd name="csY1" fmla="*/ 399401 h 870455"/>
                <a:gd name="csX2" fmla="*/ 572655 w 3870036"/>
                <a:gd name="csY2" fmla="*/ 537947 h 870455"/>
                <a:gd name="csX3" fmla="*/ 0 w 3870036"/>
                <a:gd name="csY3" fmla="*/ 2237 h 870455"/>
                <a:gd name="csX0" fmla="*/ 3870036 w 3870036"/>
                <a:gd name="csY0" fmla="*/ 870574 h 870574"/>
                <a:gd name="csX1" fmla="*/ 3112654 w 3870036"/>
                <a:gd name="csY1" fmla="*/ 399520 h 870574"/>
                <a:gd name="csX2" fmla="*/ 572655 w 3870036"/>
                <a:gd name="csY2" fmla="*/ 538066 h 870574"/>
                <a:gd name="csX3" fmla="*/ 0 w 3870036"/>
                <a:gd name="csY3" fmla="*/ 2356 h 870574"/>
                <a:gd name="csX0" fmla="*/ 3870036 w 3870036"/>
                <a:gd name="csY0" fmla="*/ 868218 h 868218"/>
                <a:gd name="csX1" fmla="*/ 3112654 w 3870036"/>
                <a:gd name="csY1" fmla="*/ 397164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572655 w 3870036"/>
                <a:gd name="csY2" fmla="*/ 535710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629890 w 3870036"/>
                <a:gd name="csY1" fmla="*/ 600364 h 868218"/>
                <a:gd name="csX2" fmla="*/ 3048000 w 3870036"/>
                <a:gd name="csY2" fmla="*/ 563419 h 868218"/>
                <a:gd name="csX3" fmla="*/ 572655 w 3870036"/>
                <a:gd name="csY3" fmla="*/ 535710 h 868218"/>
                <a:gd name="csX4" fmla="*/ 0 w 3870036"/>
                <a:gd name="csY4" fmla="*/ 0 h 868218"/>
                <a:gd name="csX0" fmla="*/ 3870036 w 3870036"/>
                <a:gd name="csY0" fmla="*/ 868218 h 868218"/>
                <a:gd name="csX1" fmla="*/ 3629890 w 3870036"/>
                <a:gd name="csY1" fmla="*/ 600364 h 868218"/>
                <a:gd name="csX2" fmla="*/ 3048000 w 3870036"/>
                <a:gd name="csY2" fmla="*/ 563419 h 868218"/>
                <a:gd name="csX3" fmla="*/ 0 w 3870036"/>
                <a:gd name="csY3" fmla="*/ 0 h 868218"/>
                <a:gd name="csX0" fmla="*/ 3870036 w 3870036"/>
                <a:gd name="csY0" fmla="*/ 868218 h 868218"/>
                <a:gd name="csX1" fmla="*/ 3048000 w 3870036"/>
                <a:gd name="csY1" fmla="*/ 563419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1717963 w 3870036"/>
                <a:gd name="csY1" fmla="*/ 480292 h 868218"/>
                <a:gd name="csX2" fmla="*/ 0 w 3870036"/>
                <a:gd name="csY2" fmla="*/ 0 h 868218"/>
                <a:gd name="csX0" fmla="*/ 3870036 w 3889860"/>
                <a:gd name="csY0" fmla="*/ 868218 h 868218"/>
                <a:gd name="csX1" fmla="*/ 2170545 w 3889860"/>
                <a:gd name="csY1" fmla="*/ 480292 h 868218"/>
                <a:gd name="csX2" fmla="*/ 0 w 3889860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2170545 w 3870036"/>
                <a:gd name="csY1" fmla="*/ 480292 h 868218"/>
                <a:gd name="csX2" fmla="*/ 0 w 3870036"/>
                <a:gd name="csY2" fmla="*/ 0 h 868218"/>
                <a:gd name="csX0" fmla="*/ 3870036 w 3870036"/>
                <a:gd name="csY0" fmla="*/ 868218 h 868218"/>
                <a:gd name="csX1" fmla="*/ 0 w 3870036"/>
                <a:gd name="csY1" fmla="*/ 0 h 868218"/>
                <a:gd name="csX0" fmla="*/ 3870036 w 3870036"/>
                <a:gd name="csY0" fmla="*/ 868218 h 868218"/>
                <a:gd name="csX1" fmla="*/ 0 w 3870036"/>
                <a:gd name="csY1" fmla="*/ 0 h 868218"/>
                <a:gd name="csX0" fmla="*/ 3870036 w 3870036"/>
                <a:gd name="csY0" fmla="*/ 868218 h 868218"/>
                <a:gd name="csX1" fmla="*/ 0 w 3870036"/>
                <a:gd name="csY1" fmla="*/ 0 h 868218"/>
                <a:gd name="csX0" fmla="*/ 3996103 w 3996103"/>
                <a:gd name="csY0" fmla="*/ 890061 h 890061"/>
                <a:gd name="csX1" fmla="*/ 0 w 3996103"/>
                <a:gd name="csY1" fmla="*/ 0 h 890061"/>
                <a:gd name="csX0" fmla="*/ 5824047 w 5824047"/>
                <a:gd name="csY0" fmla="*/ 171 h 845311"/>
                <a:gd name="csX1" fmla="*/ 0 w 5824047"/>
                <a:gd name="csY1" fmla="*/ 770148 h 845311"/>
                <a:gd name="csX0" fmla="*/ 5824047 w 5824047"/>
                <a:gd name="csY0" fmla="*/ 708 h 770685"/>
                <a:gd name="csX1" fmla="*/ 0 w 5824047"/>
                <a:gd name="csY1" fmla="*/ 770685 h 770685"/>
                <a:gd name="csX0" fmla="*/ 5824047 w 5824047"/>
                <a:gd name="csY0" fmla="*/ 832 h 770809"/>
                <a:gd name="csX1" fmla="*/ 0 w 5824047"/>
                <a:gd name="csY1" fmla="*/ 770809 h 770809"/>
                <a:gd name="csX0" fmla="*/ 5831492 w 5831492"/>
                <a:gd name="csY0" fmla="*/ 832 h 770809"/>
                <a:gd name="csX1" fmla="*/ 7445 w 5831492"/>
                <a:gd name="csY1" fmla="*/ 770809 h 770809"/>
                <a:gd name="csX0" fmla="*/ 5835566 w 5835566"/>
                <a:gd name="csY0" fmla="*/ 0 h 769977"/>
                <a:gd name="csX1" fmla="*/ 11519 w 5835566"/>
                <a:gd name="csY1" fmla="*/ 769977 h 7699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835566" h="769977">
                  <a:moveTo>
                    <a:pt x="5835566" y="0"/>
                  </a:moveTo>
                  <a:cubicBezTo>
                    <a:pt x="1330897" y="5470"/>
                    <a:pt x="-148212" y="207521"/>
                    <a:pt x="11519" y="769977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solid"/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5" name="Suorakulmio: Pyöristetyt kulmat 44">
              <a:extLst>
                <a:ext uri="{FF2B5EF4-FFF2-40B4-BE49-F238E27FC236}">
                  <a16:creationId xmlns:a16="http://schemas.microsoft.com/office/drawing/2014/main" id="{C9F89A5C-2296-87D0-F7C9-96F7023FBFD6}"/>
                </a:ext>
              </a:extLst>
            </p:cNvPr>
            <p:cNvSpPr/>
            <p:nvPr/>
          </p:nvSpPr>
          <p:spPr>
            <a:xfrm>
              <a:off x="212567" y="5766915"/>
              <a:ext cx="2890852" cy="288000"/>
            </a:xfrm>
            <a:prstGeom prst="roundRect">
              <a:avLst/>
            </a:prstGeom>
            <a:noFill/>
            <a:ln w="38100" cap="flat" cmpd="sng" algn="ctr">
              <a:solidFill>
                <a:srgbClr val="FF0000">
                  <a:alpha val="5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</p:spTree>
    <p:extLst>
      <p:ext uri="{BB962C8B-B14F-4D97-AF65-F5344CB8AC3E}">
        <p14:creationId xmlns:p14="http://schemas.microsoft.com/office/powerpoint/2010/main" val="1471189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äyttötallenne 4">
            <a:hlinkClick r:id="" action="ppaction://media"/>
            <a:extLst>
              <a:ext uri="{FF2B5EF4-FFF2-40B4-BE49-F238E27FC236}">
                <a16:creationId xmlns:a16="http://schemas.microsoft.com/office/drawing/2014/main" id="{6CA9EE0C-171B-78C7-A152-D7C0CE5CDA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38450" y="1704975"/>
            <a:ext cx="65151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2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3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Ryhmä 11">
            <a:extLst>
              <a:ext uri="{FF2B5EF4-FFF2-40B4-BE49-F238E27FC236}">
                <a16:creationId xmlns:a16="http://schemas.microsoft.com/office/drawing/2014/main" id="{A86945B7-C153-F028-C671-A51654903F17}"/>
              </a:ext>
            </a:extLst>
          </p:cNvPr>
          <p:cNvGrpSpPr/>
          <p:nvPr/>
        </p:nvGrpSpPr>
        <p:grpSpPr>
          <a:xfrm>
            <a:off x="0" y="1284679"/>
            <a:ext cx="10872216" cy="2073799"/>
            <a:chOff x="0" y="1284679"/>
            <a:chExt cx="10872216" cy="2073799"/>
          </a:xfrm>
        </p:grpSpPr>
        <p:pic>
          <p:nvPicPr>
            <p:cNvPr id="3" name="Kuva 2">
              <a:extLst>
                <a:ext uri="{FF2B5EF4-FFF2-40B4-BE49-F238E27FC236}">
                  <a16:creationId xmlns:a16="http://schemas.microsoft.com/office/drawing/2014/main" id="{578300DF-E120-6B49-A012-D3331BD9F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0825" b="60874"/>
            <a:stretch>
              <a:fillRect/>
            </a:stretch>
          </p:blipFill>
          <p:spPr>
            <a:xfrm>
              <a:off x="0" y="1284679"/>
              <a:ext cx="10872216" cy="1677978"/>
            </a:xfrm>
            <a:prstGeom prst="rect">
              <a:avLst/>
            </a:prstGeom>
          </p:spPr>
        </p:pic>
        <p:sp>
          <p:nvSpPr>
            <p:cNvPr id="4" name="Suorakulmio: Pyöristetyt kulmat 3">
              <a:extLst>
                <a:ext uri="{FF2B5EF4-FFF2-40B4-BE49-F238E27FC236}">
                  <a16:creationId xmlns:a16="http://schemas.microsoft.com/office/drawing/2014/main" id="{AC886870-38D3-180C-FDF4-889F145B4848}"/>
                </a:ext>
              </a:extLst>
            </p:cNvPr>
            <p:cNvSpPr/>
            <p:nvPr/>
          </p:nvSpPr>
          <p:spPr>
            <a:xfrm>
              <a:off x="4599051" y="1961389"/>
              <a:ext cx="3255646" cy="918972"/>
            </a:xfrm>
            <a:prstGeom prst="roundRect">
              <a:avLst/>
            </a:prstGeom>
            <a:solidFill>
              <a:srgbClr val="00FF00">
                <a:alpha val="5098"/>
              </a:srgbClr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5" name="Suorakulmio: Pyöristetyt kulmat 4">
              <a:extLst>
                <a:ext uri="{FF2B5EF4-FFF2-40B4-BE49-F238E27FC236}">
                  <a16:creationId xmlns:a16="http://schemas.microsoft.com/office/drawing/2014/main" id="{05E07ECA-6FE2-FFE3-F348-E3CC9AF7616E}"/>
                </a:ext>
              </a:extLst>
            </p:cNvPr>
            <p:cNvSpPr/>
            <p:nvPr/>
          </p:nvSpPr>
          <p:spPr>
            <a:xfrm>
              <a:off x="837819" y="1961389"/>
              <a:ext cx="2088261" cy="918972"/>
            </a:xfrm>
            <a:prstGeom prst="roundRect">
              <a:avLst/>
            </a:prstGeom>
            <a:solidFill>
              <a:srgbClr val="FF0000">
                <a:alpha val="5098"/>
              </a:srgbClr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6" name="Suorakulmio: Pyöristetyt kulmat 5">
              <a:extLst>
                <a:ext uri="{FF2B5EF4-FFF2-40B4-BE49-F238E27FC236}">
                  <a16:creationId xmlns:a16="http://schemas.microsoft.com/office/drawing/2014/main" id="{B771D1B5-2847-0298-B618-18406F5FF76D}"/>
                </a:ext>
              </a:extLst>
            </p:cNvPr>
            <p:cNvSpPr/>
            <p:nvPr/>
          </p:nvSpPr>
          <p:spPr>
            <a:xfrm>
              <a:off x="2392299" y="2196085"/>
              <a:ext cx="277749" cy="291083"/>
            </a:xfrm>
            <a:prstGeom prst="roundRect">
              <a:avLst/>
            </a:prstGeom>
            <a:solidFill>
              <a:srgbClr val="00FF00">
                <a:alpha val="5098"/>
              </a:srgbClr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7" name="Tekstiruutu 6">
              <a:extLst>
                <a:ext uri="{FF2B5EF4-FFF2-40B4-BE49-F238E27FC236}">
                  <a16:creationId xmlns:a16="http://schemas.microsoft.com/office/drawing/2014/main" id="{2075C6C4-61CD-06FE-C992-D7EB1321740E}"/>
                </a:ext>
              </a:extLst>
            </p:cNvPr>
            <p:cNvSpPr txBox="1"/>
            <p:nvPr/>
          </p:nvSpPr>
          <p:spPr>
            <a:xfrm>
              <a:off x="5552811" y="2877576"/>
              <a:ext cx="134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i-FI" b="1" dirty="0">
                  <a:solidFill>
                    <a:schemeClr val="accent3"/>
                  </a:solidFill>
                </a:rPr>
                <a:t>Suosi näitä</a:t>
              </a:r>
            </a:p>
          </p:txBody>
        </p:sp>
        <p:sp>
          <p:nvSpPr>
            <p:cNvPr id="8" name="Tekstiruutu 7">
              <a:extLst>
                <a:ext uri="{FF2B5EF4-FFF2-40B4-BE49-F238E27FC236}">
                  <a16:creationId xmlns:a16="http://schemas.microsoft.com/office/drawing/2014/main" id="{DB3D4142-3F7A-2F52-FE58-6364A7A8C70D}"/>
                </a:ext>
              </a:extLst>
            </p:cNvPr>
            <p:cNvSpPr txBox="1"/>
            <p:nvPr/>
          </p:nvSpPr>
          <p:spPr>
            <a:xfrm>
              <a:off x="1235818" y="2877576"/>
              <a:ext cx="12953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i-FI" b="1" dirty="0">
                  <a:solidFill>
                    <a:srgbClr val="FF0000"/>
                  </a:solidFill>
                </a:rPr>
                <a:t>Vältä näitä</a:t>
              </a:r>
            </a:p>
          </p:txBody>
        </p:sp>
        <p:sp>
          <p:nvSpPr>
            <p:cNvPr id="9" name="Tekstiruutu 8">
              <a:extLst>
                <a:ext uri="{FF2B5EF4-FFF2-40B4-BE49-F238E27FC236}">
                  <a16:creationId xmlns:a16="http://schemas.microsoft.com/office/drawing/2014/main" id="{A4309B8E-7E40-F804-58CC-B7E45BC9A9A1}"/>
                </a:ext>
              </a:extLst>
            </p:cNvPr>
            <p:cNvSpPr txBox="1"/>
            <p:nvPr/>
          </p:nvSpPr>
          <p:spPr>
            <a:xfrm>
              <a:off x="2642124" y="2896813"/>
              <a:ext cx="24338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200" dirty="0">
                  <a:solidFill>
                    <a:schemeClr val="accent3"/>
                  </a:solidFill>
                </a:rPr>
                <a:t>”Poista kaikki muotoilut” korjaa yleisimmät ongelmat</a:t>
              </a:r>
            </a:p>
          </p:txBody>
        </p:sp>
        <p:cxnSp>
          <p:nvCxnSpPr>
            <p:cNvPr id="11" name="Suora nuoliyhdysviiva 10">
              <a:extLst>
                <a:ext uri="{FF2B5EF4-FFF2-40B4-BE49-F238E27FC236}">
                  <a16:creationId xmlns:a16="http://schemas.microsoft.com/office/drawing/2014/main" id="{0F13559F-5ED1-9485-E312-04968D3E1353}"/>
                </a:ext>
              </a:extLst>
            </p:cNvPr>
            <p:cNvCxnSpPr/>
            <p:nvPr/>
          </p:nvCxnSpPr>
          <p:spPr>
            <a:xfrm flipH="1" flipV="1">
              <a:off x="2670048" y="2487168"/>
              <a:ext cx="740664" cy="475489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3926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Ryhmä 25">
            <a:extLst>
              <a:ext uri="{FF2B5EF4-FFF2-40B4-BE49-F238E27FC236}">
                <a16:creationId xmlns:a16="http://schemas.microsoft.com/office/drawing/2014/main" id="{3615F7AC-71AE-8261-C973-49DF5A064F6A}"/>
              </a:ext>
            </a:extLst>
          </p:cNvPr>
          <p:cNvGrpSpPr/>
          <p:nvPr/>
        </p:nvGrpSpPr>
        <p:grpSpPr>
          <a:xfrm>
            <a:off x="676097" y="0"/>
            <a:ext cx="10839806" cy="6858000"/>
            <a:chOff x="676097" y="0"/>
            <a:chExt cx="10839806" cy="6858000"/>
          </a:xfrm>
        </p:grpSpPr>
        <p:pic>
          <p:nvPicPr>
            <p:cNvPr id="5" name="Kuva 4">
              <a:extLst>
                <a:ext uri="{FF2B5EF4-FFF2-40B4-BE49-F238E27FC236}">
                  <a16:creationId xmlns:a16="http://schemas.microsoft.com/office/drawing/2014/main" id="{E42AF08C-5C3F-DB5A-0F68-07B376530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097" y="0"/>
              <a:ext cx="10839806" cy="6858000"/>
            </a:xfrm>
            <a:prstGeom prst="rect">
              <a:avLst/>
            </a:prstGeom>
          </p:spPr>
        </p:pic>
        <p:cxnSp>
          <p:nvCxnSpPr>
            <p:cNvPr id="16" name="Suora nuoliyhdysviiva 15">
              <a:extLst>
                <a:ext uri="{FF2B5EF4-FFF2-40B4-BE49-F238E27FC236}">
                  <a16:creationId xmlns:a16="http://schemas.microsoft.com/office/drawing/2014/main" id="{08E89423-E91C-2C6D-6584-34FDBA247149}"/>
                </a:ext>
              </a:extLst>
            </p:cNvPr>
            <p:cNvCxnSpPr/>
            <p:nvPr/>
          </p:nvCxnSpPr>
          <p:spPr>
            <a:xfrm flipH="1" flipV="1">
              <a:off x="2322060" y="1052945"/>
              <a:ext cx="1141576" cy="1003614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uora nuoliyhdysviiva 16">
              <a:extLst>
                <a:ext uri="{FF2B5EF4-FFF2-40B4-BE49-F238E27FC236}">
                  <a16:creationId xmlns:a16="http://schemas.microsoft.com/office/drawing/2014/main" id="{54D50F23-04E0-1B76-BF25-356082C20C91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2419926" y="3184801"/>
              <a:ext cx="62217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uora nuoliyhdysviiva 19">
              <a:extLst>
                <a:ext uri="{FF2B5EF4-FFF2-40B4-BE49-F238E27FC236}">
                  <a16:creationId xmlns:a16="http://schemas.microsoft.com/office/drawing/2014/main" id="{00FDD0E9-79F4-7999-D763-4C44D98C1A60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3850482" y="5263198"/>
              <a:ext cx="0" cy="758909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uora nuoliyhdysviiva 22">
              <a:extLst>
                <a:ext uri="{FF2B5EF4-FFF2-40B4-BE49-F238E27FC236}">
                  <a16:creationId xmlns:a16="http://schemas.microsoft.com/office/drawing/2014/main" id="{CF255B0D-C02E-2A1F-EB5A-4E809EC98C22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9122775" y="5283260"/>
              <a:ext cx="0" cy="1348447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Suorakulmio: Pyöristetyt kulmat 5">
              <a:extLst>
                <a:ext uri="{FF2B5EF4-FFF2-40B4-BE49-F238E27FC236}">
                  <a16:creationId xmlns:a16="http://schemas.microsoft.com/office/drawing/2014/main" id="{37AC3C2B-1FBD-B312-98DB-BBFAD87A9307}"/>
                </a:ext>
              </a:extLst>
            </p:cNvPr>
            <p:cNvSpPr/>
            <p:nvPr/>
          </p:nvSpPr>
          <p:spPr>
            <a:xfrm>
              <a:off x="1644073" y="618836"/>
              <a:ext cx="476557" cy="801402"/>
            </a:xfrm>
            <a:prstGeom prst="round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7" name="Suorakulmio: Pyöristetyt kulmat 6">
              <a:extLst>
                <a:ext uri="{FF2B5EF4-FFF2-40B4-BE49-F238E27FC236}">
                  <a16:creationId xmlns:a16="http://schemas.microsoft.com/office/drawing/2014/main" id="{B6E87EAE-4E9D-7A7C-84B6-77615F903AF2}"/>
                </a:ext>
              </a:extLst>
            </p:cNvPr>
            <p:cNvSpPr/>
            <p:nvPr/>
          </p:nvSpPr>
          <p:spPr>
            <a:xfrm>
              <a:off x="2419926" y="618835"/>
              <a:ext cx="378691" cy="258619"/>
            </a:xfrm>
            <a:prstGeom prst="round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8" name="Suorakulmio: Pyöristetyt kulmat 7">
              <a:extLst>
                <a:ext uri="{FF2B5EF4-FFF2-40B4-BE49-F238E27FC236}">
                  <a16:creationId xmlns:a16="http://schemas.microsoft.com/office/drawing/2014/main" id="{1ACADB8C-AE0D-2D08-5A47-B425A9C1588D}"/>
                </a:ext>
              </a:extLst>
            </p:cNvPr>
            <p:cNvSpPr/>
            <p:nvPr/>
          </p:nvSpPr>
          <p:spPr>
            <a:xfrm>
              <a:off x="676097" y="1500907"/>
              <a:ext cx="1651467" cy="3967019"/>
            </a:xfrm>
            <a:prstGeom prst="round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9" name="Suorakulmio: Pyöristetyt kulmat 8">
              <a:extLst>
                <a:ext uri="{FF2B5EF4-FFF2-40B4-BE49-F238E27FC236}">
                  <a16:creationId xmlns:a16="http://schemas.microsoft.com/office/drawing/2014/main" id="{C30C2E29-2A4F-AEFE-BCFB-F274957A61EA}"/>
                </a:ext>
              </a:extLst>
            </p:cNvPr>
            <p:cNvSpPr/>
            <p:nvPr/>
          </p:nvSpPr>
          <p:spPr>
            <a:xfrm>
              <a:off x="2322060" y="6022108"/>
              <a:ext cx="6119976" cy="835891"/>
            </a:xfrm>
            <a:prstGeom prst="round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0" name="Suorakulmio: Pyöristetyt kulmat 9">
              <a:extLst>
                <a:ext uri="{FF2B5EF4-FFF2-40B4-BE49-F238E27FC236}">
                  <a16:creationId xmlns:a16="http://schemas.microsoft.com/office/drawing/2014/main" id="{F6B5B40E-9CFF-5283-30E2-376C989F6C96}"/>
                </a:ext>
              </a:extLst>
            </p:cNvPr>
            <p:cNvSpPr/>
            <p:nvPr/>
          </p:nvSpPr>
          <p:spPr>
            <a:xfrm>
              <a:off x="8473478" y="6631708"/>
              <a:ext cx="1298595" cy="226291"/>
            </a:xfrm>
            <a:prstGeom prst="roundRect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1" name="Tekstiruutu 10">
              <a:extLst>
                <a:ext uri="{FF2B5EF4-FFF2-40B4-BE49-F238E27FC236}">
                  <a16:creationId xmlns:a16="http://schemas.microsoft.com/office/drawing/2014/main" id="{922813DE-3429-33A1-750E-B3350F42CB15}"/>
                </a:ext>
              </a:extLst>
            </p:cNvPr>
            <p:cNvSpPr txBox="1"/>
            <p:nvPr/>
          </p:nvSpPr>
          <p:spPr>
            <a:xfrm>
              <a:off x="3042096" y="2056559"/>
              <a:ext cx="5399940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Uuden dian luonti ja dian rakenteen (asettelu) valinta</a:t>
              </a:r>
            </a:p>
          </p:txBody>
        </p:sp>
        <p:sp>
          <p:nvSpPr>
            <p:cNvPr id="12" name="Tekstiruutu 11">
              <a:extLst>
                <a:ext uri="{FF2B5EF4-FFF2-40B4-BE49-F238E27FC236}">
                  <a16:creationId xmlns:a16="http://schemas.microsoft.com/office/drawing/2014/main" id="{9C29227E-0F10-E5B6-E159-E39AE7C36E6C}"/>
                </a:ext>
              </a:extLst>
            </p:cNvPr>
            <p:cNvSpPr txBox="1"/>
            <p:nvPr/>
          </p:nvSpPr>
          <p:spPr>
            <a:xfrm>
              <a:off x="3042096" y="3000135"/>
              <a:ext cx="1258678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Diapaneeli</a:t>
              </a:r>
            </a:p>
          </p:txBody>
        </p:sp>
        <p:sp>
          <p:nvSpPr>
            <p:cNvPr id="13" name="Tekstiruutu 12">
              <a:extLst>
                <a:ext uri="{FF2B5EF4-FFF2-40B4-BE49-F238E27FC236}">
                  <a16:creationId xmlns:a16="http://schemas.microsoft.com/office/drawing/2014/main" id="{8DD29CC9-6CED-9DA6-8796-2E6E68328E24}"/>
                </a:ext>
              </a:extLst>
            </p:cNvPr>
            <p:cNvSpPr txBox="1"/>
            <p:nvPr/>
          </p:nvSpPr>
          <p:spPr>
            <a:xfrm>
              <a:off x="3073538" y="4893866"/>
              <a:ext cx="1553887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Muistiinpanot</a:t>
              </a:r>
            </a:p>
          </p:txBody>
        </p:sp>
        <p:sp>
          <p:nvSpPr>
            <p:cNvPr id="14" name="Tekstiruutu 13">
              <a:extLst>
                <a:ext uri="{FF2B5EF4-FFF2-40B4-BE49-F238E27FC236}">
                  <a16:creationId xmlns:a16="http://schemas.microsoft.com/office/drawing/2014/main" id="{6F574415-82E1-368A-16B0-48FA3F97F0EE}"/>
                </a:ext>
              </a:extLst>
            </p:cNvPr>
            <p:cNvSpPr txBox="1"/>
            <p:nvPr/>
          </p:nvSpPr>
          <p:spPr>
            <a:xfrm>
              <a:off x="7296698" y="4913928"/>
              <a:ext cx="3652154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Eri näkymät ja esityksen käynnistys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48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Ryhmä 38">
            <a:extLst>
              <a:ext uri="{FF2B5EF4-FFF2-40B4-BE49-F238E27FC236}">
                <a16:creationId xmlns:a16="http://schemas.microsoft.com/office/drawing/2014/main" id="{73937824-A903-F97B-DDFC-8AF0848326F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Kuva 6">
              <a:extLst>
                <a:ext uri="{FF2B5EF4-FFF2-40B4-BE49-F238E27FC236}">
                  <a16:creationId xmlns:a16="http://schemas.microsoft.com/office/drawing/2014/main" id="{49F8CC8C-5710-9DD1-FF88-A1F590BBC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Tekstiruutu 8">
              <a:extLst>
                <a:ext uri="{FF2B5EF4-FFF2-40B4-BE49-F238E27FC236}">
                  <a16:creationId xmlns:a16="http://schemas.microsoft.com/office/drawing/2014/main" id="{72B9974C-9997-0787-0990-CEF400C3F01A}"/>
                </a:ext>
              </a:extLst>
            </p:cNvPr>
            <p:cNvSpPr txBox="1"/>
            <p:nvPr/>
          </p:nvSpPr>
          <p:spPr>
            <a:xfrm>
              <a:off x="8778171" y="1576661"/>
              <a:ext cx="2777748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Seuraavan dian esikatselu</a:t>
              </a:r>
            </a:p>
          </p:txBody>
        </p:sp>
        <p:sp>
          <p:nvSpPr>
            <p:cNvPr id="15" name="Suorakulmio: Pyöristetyt kulmat 14">
              <a:extLst>
                <a:ext uri="{FF2B5EF4-FFF2-40B4-BE49-F238E27FC236}">
                  <a16:creationId xmlns:a16="http://schemas.microsoft.com/office/drawing/2014/main" id="{8C675D5A-E9BD-C09A-D9A2-358AC9145970}"/>
                </a:ext>
              </a:extLst>
            </p:cNvPr>
            <p:cNvSpPr/>
            <p:nvPr/>
          </p:nvSpPr>
          <p:spPr>
            <a:xfrm>
              <a:off x="8132324" y="3035030"/>
              <a:ext cx="3852154" cy="3735421"/>
            </a:xfrm>
            <a:prstGeom prst="roundRect">
              <a:avLst>
                <a:gd name="adj" fmla="val 6229"/>
              </a:avLst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7" name="Suorakulmio: Pyöristetyt kulmat 16">
              <a:extLst>
                <a:ext uri="{FF2B5EF4-FFF2-40B4-BE49-F238E27FC236}">
                  <a16:creationId xmlns:a16="http://schemas.microsoft.com/office/drawing/2014/main" id="{C2B64FDD-040A-D3EC-8F4A-4C240FF39588}"/>
                </a:ext>
              </a:extLst>
            </p:cNvPr>
            <p:cNvSpPr/>
            <p:nvPr/>
          </p:nvSpPr>
          <p:spPr>
            <a:xfrm>
              <a:off x="0" y="5190393"/>
              <a:ext cx="3269673" cy="461665"/>
            </a:xfrm>
            <a:prstGeom prst="roundRect">
              <a:avLst>
                <a:gd name="adj" fmla="val 28236"/>
              </a:avLst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8" name="Suorakulmio: Pyöristetyt kulmat 17">
              <a:extLst>
                <a:ext uri="{FF2B5EF4-FFF2-40B4-BE49-F238E27FC236}">
                  <a16:creationId xmlns:a16="http://schemas.microsoft.com/office/drawing/2014/main" id="{3DCBB28F-3C30-F33A-7F52-1C85494E8747}"/>
                </a:ext>
              </a:extLst>
            </p:cNvPr>
            <p:cNvSpPr/>
            <p:nvPr/>
          </p:nvSpPr>
          <p:spPr>
            <a:xfrm>
              <a:off x="1654866" y="46181"/>
              <a:ext cx="1171461" cy="306039"/>
            </a:xfrm>
            <a:prstGeom prst="roundRect">
              <a:avLst>
                <a:gd name="adj" fmla="val 6229"/>
              </a:avLst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9" name="Suorakulmio: Pyöristetyt kulmat 18">
              <a:extLst>
                <a:ext uri="{FF2B5EF4-FFF2-40B4-BE49-F238E27FC236}">
                  <a16:creationId xmlns:a16="http://schemas.microsoft.com/office/drawing/2014/main" id="{BE1F66F9-4095-AA41-6BE9-7C6D446FEEB5}"/>
                </a:ext>
              </a:extLst>
            </p:cNvPr>
            <p:cNvSpPr/>
            <p:nvPr/>
          </p:nvSpPr>
          <p:spPr>
            <a:xfrm>
              <a:off x="3269673" y="6294230"/>
              <a:ext cx="1547091" cy="461665"/>
            </a:xfrm>
            <a:prstGeom prst="roundRect">
              <a:avLst>
                <a:gd name="adj" fmla="val 30237"/>
              </a:avLst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cxnSp>
          <p:nvCxnSpPr>
            <p:cNvPr id="20" name="Suora nuoliyhdysviiva 19">
              <a:extLst>
                <a:ext uri="{FF2B5EF4-FFF2-40B4-BE49-F238E27FC236}">
                  <a16:creationId xmlns:a16="http://schemas.microsoft.com/office/drawing/2014/main" id="{017AAB3C-E194-4614-67F4-D9FD5D3272D3}"/>
                </a:ext>
              </a:extLst>
            </p:cNvPr>
            <p:cNvCxnSpPr>
              <a:cxnSpLocks/>
            </p:cNvCxnSpPr>
            <p:nvPr/>
          </p:nvCxnSpPr>
          <p:spPr>
            <a:xfrm>
              <a:off x="4228431" y="5865806"/>
              <a:ext cx="0" cy="428424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uora nuoliyhdysviiva 23">
              <a:extLst>
                <a:ext uri="{FF2B5EF4-FFF2-40B4-BE49-F238E27FC236}">
                  <a16:creationId xmlns:a16="http://schemas.microsoft.com/office/drawing/2014/main" id="{3275D5ED-7EA2-B9E3-92BB-7F669D06F6D3}"/>
                </a:ext>
              </a:extLst>
            </p:cNvPr>
            <p:cNvCxnSpPr>
              <a:cxnSpLocks/>
            </p:cNvCxnSpPr>
            <p:nvPr/>
          </p:nvCxnSpPr>
          <p:spPr>
            <a:xfrm>
              <a:off x="1654866" y="4785930"/>
              <a:ext cx="0" cy="428424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uora nuoliyhdysviiva 24">
              <a:extLst>
                <a:ext uri="{FF2B5EF4-FFF2-40B4-BE49-F238E27FC236}">
                  <a16:creationId xmlns:a16="http://schemas.microsoft.com/office/drawing/2014/main" id="{DE766207-FEC0-136F-E824-EA9E065AB2A5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7675459" y="3924944"/>
              <a:ext cx="456865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uora nuoliyhdysviiva 27">
              <a:extLst>
                <a:ext uri="{FF2B5EF4-FFF2-40B4-BE49-F238E27FC236}">
                  <a16:creationId xmlns:a16="http://schemas.microsoft.com/office/drawing/2014/main" id="{A8FD0E39-F36A-0CB3-7546-582FEA583C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3818" y="352220"/>
              <a:ext cx="364703" cy="345877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uora nuoliyhdysviiva 30">
              <a:extLst>
                <a:ext uri="{FF2B5EF4-FFF2-40B4-BE49-F238E27FC236}">
                  <a16:creationId xmlns:a16="http://schemas.microsoft.com/office/drawing/2014/main" id="{073F50FB-5023-1FCC-C5B6-A8A4D57BC1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8568" y="775855"/>
              <a:ext cx="1135008" cy="799179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uora nuoliyhdysviiva 35">
              <a:extLst>
                <a:ext uri="{FF2B5EF4-FFF2-40B4-BE49-F238E27FC236}">
                  <a16:creationId xmlns:a16="http://schemas.microsoft.com/office/drawing/2014/main" id="{EB17D22A-DFAC-BCE4-8C57-6B5DB9741E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6836" y="775855"/>
              <a:ext cx="1551709" cy="77033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kstiruutu 7">
              <a:extLst>
                <a:ext uri="{FF2B5EF4-FFF2-40B4-BE49-F238E27FC236}">
                  <a16:creationId xmlns:a16="http://schemas.microsoft.com/office/drawing/2014/main" id="{D75F4085-0444-8AFD-1735-CAFB3144675F}"/>
                </a:ext>
              </a:extLst>
            </p:cNvPr>
            <p:cNvSpPr txBox="1"/>
            <p:nvPr/>
          </p:nvSpPr>
          <p:spPr>
            <a:xfrm>
              <a:off x="2614078" y="2428956"/>
              <a:ext cx="2692340" cy="646331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Nykyisen dian esikatselu.</a:t>
              </a:r>
              <a:br>
                <a:rPr lang="fi-FI" dirty="0"/>
              </a:br>
              <a:r>
                <a:rPr lang="fi-FI" dirty="0"/>
                <a:t>Tämän katsojat näkevät.</a:t>
              </a:r>
            </a:p>
          </p:txBody>
        </p:sp>
        <p:sp>
          <p:nvSpPr>
            <p:cNvPr id="10" name="Tekstiruutu 9">
              <a:extLst>
                <a:ext uri="{FF2B5EF4-FFF2-40B4-BE49-F238E27FC236}">
                  <a16:creationId xmlns:a16="http://schemas.microsoft.com/office/drawing/2014/main" id="{30CD77EB-992C-EB11-6568-65863D37E738}"/>
                </a:ext>
              </a:extLst>
            </p:cNvPr>
            <p:cNvSpPr txBox="1"/>
            <p:nvPr/>
          </p:nvSpPr>
          <p:spPr>
            <a:xfrm>
              <a:off x="315108" y="3373254"/>
              <a:ext cx="2679516" cy="1477328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Esitystyökalut, mm.: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i-FI" dirty="0"/>
                <a:t>”Laserosoitin” ja piirto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i-FI" dirty="0"/>
                <a:t> Diavalikko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i-FI" dirty="0"/>
                <a:t> Zoomaus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i-FI" dirty="0"/>
                <a:t> Esityksen piilotus</a:t>
              </a:r>
            </a:p>
          </p:txBody>
        </p:sp>
        <p:sp>
          <p:nvSpPr>
            <p:cNvPr id="11" name="Tekstiruutu 10">
              <a:extLst>
                <a:ext uri="{FF2B5EF4-FFF2-40B4-BE49-F238E27FC236}">
                  <a16:creationId xmlns:a16="http://schemas.microsoft.com/office/drawing/2014/main" id="{5FF8B2E0-2FE7-FEFD-70DE-E0F6C9D3F190}"/>
                </a:ext>
              </a:extLst>
            </p:cNvPr>
            <p:cNvSpPr txBox="1"/>
            <p:nvPr/>
          </p:nvSpPr>
          <p:spPr>
            <a:xfrm>
              <a:off x="2264684" y="698097"/>
              <a:ext cx="3391130" cy="646331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fi-FI" dirty="0"/>
                <a:t>Vaihda esittäjänäkymä toiseen ruutuun tai poista käytöstä</a:t>
              </a:r>
            </a:p>
          </p:txBody>
        </p:sp>
        <p:sp>
          <p:nvSpPr>
            <p:cNvPr id="12" name="Tekstiruutu 11">
              <a:extLst>
                <a:ext uri="{FF2B5EF4-FFF2-40B4-BE49-F238E27FC236}">
                  <a16:creationId xmlns:a16="http://schemas.microsoft.com/office/drawing/2014/main" id="{6A7F49AE-CDB5-4A01-168D-A95592E20409}"/>
                </a:ext>
              </a:extLst>
            </p:cNvPr>
            <p:cNvSpPr txBox="1"/>
            <p:nvPr/>
          </p:nvSpPr>
          <p:spPr>
            <a:xfrm>
              <a:off x="1316640" y="1558162"/>
              <a:ext cx="2643609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Esitykseen käytetty aika</a:t>
              </a:r>
            </a:p>
          </p:txBody>
        </p:sp>
        <p:sp>
          <p:nvSpPr>
            <p:cNvPr id="13" name="Tekstiruutu 12">
              <a:extLst>
                <a:ext uri="{FF2B5EF4-FFF2-40B4-BE49-F238E27FC236}">
                  <a16:creationId xmlns:a16="http://schemas.microsoft.com/office/drawing/2014/main" id="{1DF4DEE2-C346-9D6E-B968-DEEA8D127C51}"/>
                </a:ext>
              </a:extLst>
            </p:cNvPr>
            <p:cNvSpPr txBox="1"/>
            <p:nvPr/>
          </p:nvSpPr>
          <p:spPr>
            <a:xfrm>
              <a:off x="4228431" y="1546193"/>
              <a:ext cx="2155975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Nykyinen kellonaika</a:t>
              </a:r>
            </a:p>
          </p:txBody>
        </p:sp>
        <p:sp>
          <p:nvSpPr>
            <p:cNvPr id="14" name="Tekstiruutu 13">
              <a:extLst>
                <a:ext uri="{FF2B5EF4-FFF2-40B4-BE49-F238E27FC236}">
                  <a16:creationId xmlns:a16="http://schemas.microsoft.com/office/drawing/2014/main" id="{71303801-DCB4-F1F0-45CE-20C0109673B7}"/>
                </a:ext>
              </a:extLst>
            </p:cNvPr>
            <p:cNvSpPr txBox="1"/>
            <p:nvPr/>
          </p:nvSpPr>
          <p:spPr>
            <a:xfrm>
              <a:off x="6121572" y="3740278"/>
              <a:ext cx="1553887" cy="36933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i-FI" dirty="0"/>
                <a:t>Muistiinpanot</a:t>
              </a:r>
            </a:p>
          </p:txBody>
        </p:sp>
        <p:sp>
          <p:nvSpPr>
            <p:cNvPr id="16" name="Tekstiruutu 15">
              <a:extLst>
                <a:ext uri="{FF2B5EF4-FFF2-40B4-BE49-F238E27FC236}">
                  <a16:creationId xmlns:a16="http://schemas.microsoft.com/office/drawing/2014/main" id="{A3921BCF-FD41-943B-1C70-38C8F353AB7B}"/>
                </a:ext>
              </a:extLst>
            </p:cNvPr>
            <p:cNvSpPr txBox="1"/>
            <p:nvPr/>
          </p:nvSpPr>
          <p:spPr>
            <a:xfrm>
              <a:off x="3960248" y="4942476"/>
              <a:ext cx="2429768" cy="9233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fi-FI" dirty="0"/>
                <a:t>Dianvaihto</a:t>
              </a:r>
              <a:br>
                <a:rPr lang="fi-FI" dirty="0"/>
              </a:br>
              <a:r>
                <a:rPr lang="fi-FI" dirty="0"/>
                <a:t>Myös nuolinäppäimet </a:t>
              </a:r>
              <a:br>
                <a:rPr lang="fi-FI" dirty="0"/>
              </a:br>
              <a:r>
                <a:rPr lang="fi-FI" dirty="0"/>
                <a:t>tai </a:t>
              </a:r>
              <a:r>
                <a:rPr lang="fi-FI" dirty="0" err="1"/>
                <a:t>page</a:t>
              </a:r>
              <a:r>
                <a:rPr lang="fi-FI" dirty="0"/>
                <a:t> </a:t>
              </a:r>
              <a:r>
                <a:rPr lang="fi-FI" dirty="0" err="1"/>
                <a:t>up</a:t>
              </a:r>
              <a:r>
                <a:rPr lang="fi-FI" dirty="0"/>
                <a:t>/</a:t>
              </a:r>
              <a:r>
                <a:rPr lang="fi-FI" dirty="0" err="1"/>
                <a:t>page</a:t>
              </a:r>
              <a:r>
                <a:rPr lang="fi-FI" dirty="0"/>
                <a:t> </a:t>
              </a:r>
              <a:r>
                <a:rPr lang="fi-FI" dirty="0" err="1"/>
                <a:t>down</a:t>
              </a:r>
              <a:endParaRPr lang="fi-FI" dirty="0"/>
            </a:p>
          </p:txBody>
        </p:sp>
      </p:grpSp>
    </p:spTree>
    <p:extLst>
      <p:ext uri="{BB962C8B-B14F-4D97-AF65-F5344CB8AC3E}">
        <p14:creationId xmlns:p14="http://schemas.microsoft.com/office/powerpoint/2010/main" val="50331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105</Words>
  <Application>Microsoft Office PowerPoint</Application>
  <PresentationFormat>Laajakuva</PresentationFormat>
  <Paragraphs>26</Paragraphs>
  <Slides>5</Slides>
  <Notes>0</Notes>
  <HiddenSlides>0</HiddenSlides>
  <MMClips>1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Office-teema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>Mercuria kauppaoppilaitos Oy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Köngäs Hannu</dc:creator>
  <cp:lastModifiedBy>Köngäs Hannu</cp:lastModifiedBy>
  <cp:revision>1</cp:revision>
  <dcterms:created xsi:type="dcterms:W3CDTF">2026-05-12T06:38:40Z</dcterms:created>
  <dcterms:modified xsi:type="dcterms:W3CDTF">2026-05-12T10:19:38Z</dcterms:modified>
</cp:coreProperties>
</file>