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59" r:id="rId5"/>
    <p:sldId id="368" r:id="rId6"/>
    <p:sldId id="350" r:id="rId7"/>
    <p:sldId id="367" r:id="rId8"/>
    <p:sldId id="384" r:id="rId9"/>
    <p:sldId id="382" r:id="rId10"/>
    <p:sldId id="383" r:id="rId11"/>
    <p:sldId id="381" r:id="rId12"/>
    <p:sldId id="259" r:id="rId13"/>
    <p:sldId id="353" r:id="rId14"/>
    <p:sldId id="351" r:id="rId15"/>
    <p:sldId id="329" r:id="rId16"/>
    <p:sldId id="356" r:id="rId17"/>
    <p:sldId id="357" r:id="rId18"/>
    <p:sldId id="354" r:id="rId19"/>
    <p:sldId id="358" r:id="rId20"/>
    <p:sldId id="349" r:id="rId21"/>
    <p:sldId id="342" r:id="rId22"/>
    <p:sldId id="344" r:id="rId23"/>
    <p:sldId id="347" r:id="rId24"/>
    <p:sldId id="355" r:id="rId25"/>
    <p:sldId id="360" r:id="rId26"/>
    <p:sldId id="366" r:id="rId27"/>
    <p:sldId id="273" r:id="rId28"/>
    <p:sldId id="271" r:id="rId29"/>
  </p:sldIdLst>
  <p:sldSz cx="12192000" cy="6858000"/>
  <p:notesSz cx="6799263" cy="9929813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BF3"/>
    <a:srgbClr val="E44398"/>
    <a:srgbClr val="BFBFBF"/>
    <a:srgbClr val="006FBA"/>
    <a:srgbClr val="00AEC7"/>
    <a:srgbClr val="492C1E"/>
    <a:srgbClr val="1D140F"/>
    <a:srgbClr val="E7E7E7"/>
    <a:srgbClr val="44342D"/>
    <a:srgbClr val="2E1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DE61C-D4D5-40EA-B155-28C942B07062}" v="518" dt="2026-03-27T09:59:53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Normaali tyyli 2 - Korost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Normaali tyyli 2 - Korostu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eematyyli 2 - Korostu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Vaalea tyyli 3 - Korostus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eematyyli 1 - Korostu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CAF9ED-07DC-4A11-8D7F-57B35C25682E}" styleName="Normaali tyyli 1 - Korostu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D74974-751E-4680-A66A-CCA90C51A57C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B543B874-AA48-4290-8D21-402FDD382332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Elokuu</a:t>
          </a:r>
        </a:p>
      </dgm:t>
    </dgm:pt>
    <dgm:pt modelId="{17E91AA6-DA48-4443-8E55-92F13F9B9188}" type="parTrans" cxnId="{F320166A-8102-412F-B73C-BA72D8E87DFB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33CE2D3A-DD8A-4C53-A743-8F604EBA0BAB}" type="sibTrans" cxnId="{F320166A-8102-412F-B73C-BA72D8E87DFB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CC56A3DB-A24E-43A3-A5E2-244F931FB9BE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Syyskuu</a:t>
          </a:r>
        </a:p>
      </dgm:t>
    </dgm:pt>
    <dgm:pt modelId="{6DD97634-A35A-408E-A06D-0D4AAB6DD57B}" type="parTrans" cxnId="{C23E514B-2329-4AAA-906D-5F98C734CB35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B425CAA8-7423-45DF-9F0C-D9E9441E4947}" type="sibTrans" cxnId="{C23E514B-2329-4AAA-906D-5F98C734CB35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F5C7D4AF-E8D2-4019-9EC8-9EF8453520A6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Lokakuu</a:t>
          </a:r>
        </a:p>
      </dgm:t>
    </dgm:pt>
    <dgm:pt modelId="{9457C0F0-612F-4114-8F04-A665E3035AC8}" type="parTrans" cxnId="{2589FB31-B212-4679-A44B-D87E930EE5C2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DCB11FC4-6B26-4CAA-9164-D6F3FD23566E}" type="sibTrans" cxnId="{2589FB31-B212-4679-A44B-D87E930EE5C2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9883F8F7-CC7E-4B2E-930F-BDE8082EC18F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Marraskuu</a:t>
          </a:r>
        </a:p>
      </dgm:t>
    </dgm:pt>
    <dgm:pt modelId="{B1D1DA5F-6388-4D25-A106-C3A6BE3CFDAA}" type="parTrans" cxnId="{BB36A93B-988C-4152-A7AA-2A96B99571AB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1443F012-2813-46BD-979E-74A670A18FB1}" type="sibTrans" cxnId="{BB36A93B-988C-4152-A7AA-2A96B99571AB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1F14646A-AA13-4857-A0DF-63AE14770714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Joulukuu</a:t>
          </a:r>
        </a:p>
      </dgm:t>
    </dgm:pt>
    <dgm:pt modelId="{D69D11C3-FDB7-47BA-9F8F-6EBAB2D5DFBE}" type="parTrans" cxnId="{1FE48367-AD3D-491A-B2F5-146B1A24F9CF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5BADFAAA-0C5C-4EBF-9CB0-50EF0B53E0E3}" type="sibTrans" cxnId="{1FE48367-AD3D-491A-B2F5-146B1A24F9CF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653F03F8-90F3-4F46-889E-38EE3DA65A8F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Tammikuu</a:t>
          </a:r>
        </a:p>
      </dgm:t>
    </dgm:pt>
    <dgm:pt modelId="{8B215AF4-2700-4AC0-9749-50DC412BBCC4}" type="parTrans" cxnId="{C5EC730E-73E7-4BDB-8DC5-97FF74ED321C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D92E4632-5684-42BD-A12F-ECE1CC7D7480}" type="sibTrans" cxnId="{C5EC730E-73E7-4BDB-8DC5-97FF74ED321C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CCF6E944-0D90-4CC3-9C03-BE4BFE3125EB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Helmikuu</a:t>
          </a:r>
        </a:p>
      </dgm:t>
    </dgm:pt>
    <dgm:pt modelId="{EE434C50-2A73-4794-A747-8DA292FD063C}" type="parTrans" cxnId="{703B0870-B459-4E4B-9A89-03DB305247FF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1A0AED99-5F9F-46B2-9913-2A954C3FC44E}" type="sibTrans" cxnId="{703B0870-B459-4E4B-9A89-03DB305247FF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0FC3797A-469C-4CD7-9722-25574F25473C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Maaliskuu</a:t>
          </a:r>
        </a:p>
      </dgm:t>
    </dgm:pt>
    <dgm:pt modelId="{603E4E47-072A-4B09-8381-357C7C7D13A9}" type="parTrans" cxnId="{3ED129D9-0D3B-4D28-97B4-9BC25EAD408A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F6020F55-1D5B-42B6-9329-75628DF9DBE3}" type="sibTrans" cxnId="{3ED129D9-0D3B-4D28-97B4-9BC25EAD408A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724D662F-1111-4D8F-A6E5-329EB0B03EB9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Huhtikuu</a:t>
          </a:r>
        </a:p>
      </dgm:t>
    </dgm:pt>
    <dgm:pt modelId="{8812A9AE-0252-4379-94E9-9A9E69C29F17}" type="parTrans" cxnId="{88D239EE-4927-474B-AE06-108CEA4F26E3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D8C5BC68-BA28-4E55-802F-448D2E44E80A}" type="sibTrans" cxnId="{88D239EE-4927-474B-AE06-108CEA4F26E3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710E0277-B180-4AE2-BEDA-77F5F0907845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Toukokuu</a:t>
          </a:r>
        </a:p>
      </dgm:t>
    </dgm:pt>
    <dgm:pt modelId="{A135389D-9F84-4229-BA12-E1BF171B2D1F}" type="parTrans" cxnId="{412D293D-6FEC-4012-8496-B7DB85E6FF27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D96BC8C3-2E5D-4A53-8D7D-FA00D315A709}" type="sibTrans" cxnId="{412D293D-6FEC-4012-8496-B7DB85E6FF27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ADCFDBC8-85BF-4EC1-91A8-06CA21A1DAA4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Kesäkuu</a:t>
          </a:r>
        </a:p>
      </dgm:t>
    </dgm:pt>
    <dgm:pt modelId="{24F01FCB-681F-458D-8120-66AAFF4901C4}" type="parTrans" cxnId="{B62AA3C8-AF93-491D-B535-E5E54FB547B8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F2568358-3AF1-49E3-ACF6-A7DB2E32E452}" type="sibTrans" cxnId="{B62AA3C8-AF93-491D-B535-E5E54FB547B8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4E0AE329-2BB8-412D-ABF3-2203B8333DB0}">
      <dgm:prSet phldrT="[Teksti]"/>
      <dgm:spPr/>
      <dgm:t>
        <a:bodyPr/>
        <a:lstStyle/>
        <a:p>
          <a:r>
            <a:rPr lang="fi-FI">
              <a:solidFill>
                <a:schemeClr val="bg1"/>
              </a:solidFill>
            </a:rPr>
            <a:t>Heinäkuu</a:t>
          </a:r>
        </a:p>
      </dgm:t>
    </dgm:pt>
    <dgm:pt modelId="{C5D781A4-7459-4AB6-8E34-1A9F60699D05}" type="parTrans" cxnId="{D64FEA95-4287-4A89-AECF-7EF2ED568F46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AFD1FFF5-3FF9-460D-82B8-8FA4880C2FF4}" type="sibTrans" cxnId="{D64FEA95-4287-4A89-AECF-7EF2ED568F46}">
      <dgm:prSet/>
      <dgm:spPr/>
      <dgm:t>
        <a:bodyPr/>
        <a:lstStyle/>
        <a:p>
          <a:endParaRPr lang="fi-FI">
            <a:solidFill>
              <a:schemeClr val="bg1"/>
            </a:solidFill>
          </a:endParaRPr>
        </a:p>
      </dgm:t>
    </dgm:pt>
    <dgm:pt modelId="{5EEC04C5-61EA-4596-8CEF-9CA3315E7547}" type="pres">
      <dgm:prSet presAssocID="{FFD74974-751E-4680-A66A-CCA90C51A57C}" presName="Name0" presStyleCnt="0">
        <dgm:presLayoutVars>
          <dgm:dir/>
          <dgm:animLvl val="lvl"/>
          <dgm:resizeHandles val="exact"/>
        </dgm:presLayoutVars>
      </dgm:prSet>
      <dgm:spPr/>
    </dgm:pt>
    <dgm:pt modelId="{54D95DDE-0782-4C93-A167-0FBDEC7214F7}" type="pres">
      <dgm:prSet presAssocID="{FFD74974-751E-4680-A66A-CCA90C51A57C}" presName="dummy" presStyleCnt="0"/>
      <dgm:spPr/>
    </dgm:pt>
    <dgm:pt modelId="{119088AF-8733-4900-9BC6-D25B77465FDA}" type="pres">
      <dgm:prSet presAssocID="{FFD74974-751E-4680-A66A-CCA90C51A57C}" presName="linH" presStyleCnt="0"/>
      <dgm:spPr/>
    </dgm:pt>
    <dgm:pt modelId="{FBD4D6B0-A70F-471B-A0CF-647E59DD1BF7}" type="pres">
      <dgm:prSet presAssocID="{FFD74974-751E-4680-A66A-CCA90C51A57C}" presName="padding1" presStyleCnt="0"/>
      <dgm:spPr/>
    </dgm:pt>
    <dgm:pt modelId="{6B031632-02C2-4017-A87C-0F5FF0F07E9B}" type="pres">
      <dgm:prSet presAssocID="{B543B874-AA48-4290-8D21-402FDD382332}" presName="linV" presStyleCnt="0"/>
      <dgm:spPr/>
    </dgm:pt>
    <dgm:pt modelId="{2DEA2B23-4347-46CA-AC98-05652BD529D2}" type="pres">
      <dgm:prSet presAssocID="{B543B874-AA48-4290-8D21-402FDD382332}" presName="spVertical1" presStyleCnt="0"/>
      <dgm:spPr/>
    </dgm:pt>
    <dgm:pt modelId="{2EF879C0-59A9-449B-B594-3FD893AAB5E6}" type="pres">
      <dgm:prSet presAssocID="{B543B874-AA48-4290-8D21-402FDD382332}" presName="parTx" presStyleLbl="revTx" presStyleIdx="0" presStyleCnt="12" custLinFactNeighborX="-94941">
        <dgm:presLayoutVars>
          <dgm:chMax val="0"/>
          <dgm:chPref val="0"/>
          <dgm:bulletEnabled val="1"/>
        </dgm:presLayoutVars>
      </dgm:prSet>
      <dgm:spPr/>
    </dgm:pt>
    <dgm:pt modelId="{0796F723-2B96-43AC-BF7F-9CA5D7F45F3B}" type="pres">
      <dgm:prSet presAssocID="{B543B874-AA48-4290-8D21-402FDD382332}" presName="spVertical2" presStyleCnt="0"/>
      <dgm:spPr/>
    </dgm:pt>
    <dgm:pt modelId="{31A3C5B8-F643-4A8A-A965-3647CD4D37F7}" type="pres">
      <dgm:prSet presAssocID="{B543B874-AA48-4290-8D21-402FDD382332}" presName="spVertical3" presStyleCnt="0"/>
      <dgm:spPr/>
    </dgm:pt>
    <dgm:pt modelId="{80A56F52-64C1-45BA-B8AC-91481D87B38F}" type="pres">
      <dgm:prSet presAssocID="{33CE2D3A-DD8A-4C53-A743-8F604EBA0BAB}" presName="space" presStyleCnt="0"/>
      <dgm:spPr/>
    </dgm:pt>
    <dgm:pt modelId="{21724B3F-04CD-4F6A-AF56-69EAFE488D02}" type="pres">
      <dgm:prSet presAssocID="{CC56A3DB-A24E-43A3-A5E2-244F931FB9BE}" presName="linV" presStyleCnt="0"/>
      <dgm:spPr/>
    </dgm:pt>
    <dgm:pt modelId="{0F0B0BCA-1733-4E77-AC2A-08117A9001CB}" type="pres">
      <dgm:prSet presAssocID="{CC56A3DB-A24E-43A3-A5E2-244F931FB9BE}" presName="spVertical1" presStyleCnt="0"/>
      <dgm:spPr/>
    </dgm:pt>
    <dgm:pt modelId="{191148E4-6401-4245-90DD-D1A48F8CC76C}" type="pres">
      <dgm:prSet presAssocID="{CC56A3DB-A24E-43A3-A5E2-244F931FB9BE}" presName="parTx" presStyleLbl="revTx" presStyleIdx="1" presStyleCnt="12" custLinFactX="-5369" custLinFactNeighborX="-100000">
        <dgm:presLayoutVars>
          <dgm:chMax val="0"/>
          <dgm:chPref val="0"/>
          <dgm:bulletEnabled val="1"/>
        </dgm:presLayoutVars>
      </dgm:prSet>
      <dgm:spPr/>
    </dgm:pt>
    <dgm:pt modelId="{A0A7D0F9-12E5-4483-853C-66647E25FA5F}" type="pres">
      <dgm:prSet presAssocID="{CC56A3DB-A24E-43A3-A5E2-244F931FB9BE}" presName="spVertical2" presStyleCnt="0"/>
      <dgm:spPr/>
    </dgm:pt>
    <dgm:pt modelId="{9CFE601C-E517-4060-9F07-CF9393F29DDC}" type="pres">
      <dgm:prSet presAssocID="{CC56A3DB-A24E-43A3-A5E2-244F931FB9BE}" presName="spVertical3" presStyleCnt="0"/>
      <dgm:spPr/>
    </dgm:pt>
    <dgm:pt modelId="{2CBAF6D1-AAB0-4C9F-8F01-0AE3B0F74FB7}" type="pres">
      <dgm:prSet presAssocID="{B425CAA8-7423-45DF-9F0C-D9E9441E4947}" presName="space" presStyleCnt="0"/>
      <dgm:spPr/>
    </dgm:pt>
    <dgm:pt modelId="{6B3A4845-F4E2-4644-9438-DB30DC27F83D}" type="pres">
      <dgm:prSet presAssocID="{F5C7D4AF-E8D2-4019-9EC8-9EF8453520A6}" presName="linV" presStyleCnt="0"/>
      <dgm:spPr/>
    </dgm:pt>
    <dgm:pt modelId="{F3331E6D-AA05-4308-832B-A51BFBC60F55}" type="pres">
      <dgm:prSet presAssocID="{F5C7D4AF-E8D2-4019-9EC8-9EF8453520A6}" presName="spVertical1" presStyleCnt="0"/>
      <dgm:spPr/>
    </dgm:pt>
    <dgm:pt modelId="{D6236C0E-6CA8-4543-872D-995ACA640C13}" type="pres">
      <dgm:prSet presAssocID="{F5C7D4AF-E8D2-4019-9EC8-9EF8453520A6}" presName="parTx" presStyleLbl="revTx" presStyleIdx="2" presStyleCnt="12" custLinFactX="-4943" custLinFactNeighborX="-100000">
        <dgm:presLayoutVars>
          <dgm:chMax val="0"/>
          <dgm:chPref val="0"/>
          <dgm:bulletEnabled val="1"/>
        </dgm:presLayoutVars>
      </dgm:prSet>
      <dgm:spPr/>
    </dgm:pt>
    <dgm:pt modelId="{F172B159-62A6-4901-B71B-79692EF40875}" type="pres">
      <dgm:prSet presAssocID="{F5C7D4AF-E8D2-4019-9EC8-9EF8453520A6}" presName="spVertical2" presStyleCnt="0"/>
      <dgm:spPr/>
    </dgm:pt>
    <dgm:pt modelId="{D66100C5-E3F8-4FFF-83FC-55078E94BBC9}" type="pres">
      <dgm:prSet presAssocID="{F5C7D4AF-E8D2-4019-9EC8-9EF8453520A6}" presName="spVertical3" presStyleCnt="0"/>
      <dgm:spPr/>
    </dgm:pt>
    <dgm:pt modelId="{F5DFF874-83CB-44A0-86B7-004DA3E7005B}" type="pres">
      <dgm:prSet presAssocID="{DCB11FC4-6B26-4CAA-9164-D6F3FD23566E}" presName="space" presStyleCnt="0"/>
      <dgm:spPr/>
    </dgm:pt>
    <dgm:pt modelId="{A3F3BD77-85A1-4A52-B594-1BB25751DE00}" type="pres">
      <dgm:prSet presAssocID="{9883F8F7-CC7E-4B2E-930F-BDE8082EC18F}" presName="linV" presStyleCnt="0"/>
      <dgm:spPr/>
    </dgm:pt>
    <dgm:pt modelId="{9B4BDC28-0A2E-4311-A1A1-E680ED348B44}" type="pres">
      <dgm:prSet presAssocID="{9883F8F7-CC7E-4B2E-930F-BDE8082EC18F}" presName="spVertical1" presStyleCnt="0"/>
      <dgm:spPr/>
    </dgm:pt>
    <dgm:pt modelId="{11DE7E1D-D323-48BD-987D-BFFD49C26F94}" type="pres">
      <dgm:prSet presAssocID="{9883F8F7-CC7E-4B2E-930F-BDE8082EC18F}" presName="parTx" presStyleLbl="revTx" presStyleIdx="3" presStyleCnt="12" custLinFactNeighborX="-92603">
        <dgm:presLayoutVars>
          <dgm:chMax val="0"/>
          <dgm:chPref val="0"/>
          <dgm:bulletEnabled val="1"/>
        </dgm:presLayoutVars>
      </dgm:prSet>
      <dgm:spPr/>
    </dgm:pt>
    <dgm:pt modelId="{91A4CBAB-3D85-4F59-9C37-5CD8B89D1334}" type="pres">
      <dgm:prSet presAssocID="{9883F8F7-CC7E-4B2E-930F-BDE8082EC18F}" presName="spVertical2" presStyleCnt="0"/>
      <dgm:spPr/>
    </dgm:pt>
    <dgm:pt modelId="{34CCF5E9-8016-4BA2-91B7-F852CD47658B}" type="pres">
      <dgm:prSet presAssocID="{9883F8F7-CC7E-4B2E-930F-BDE8082EC18F}" presName="spVertical3" presStyleCnt="0"/>
      <dgm:spPr/>
    </dgm:pt>
    <dgm:pt modelId="{1B7A5CFE-84DE-480B-A069-C86C710781FA}" type="pres">
      <dgm:prSet presAssocID="{1443F012-2813-46BD-979E-74A670A18FB1}" presName="space" presStyleCnt="0"/>
      <dgm:spPr/>
    </dgm:pt>
    <dgm:pt modelId="{13F20361-0B74-4E1C-A823-CFAAC8D22A2F}" type="pres">
      <dgm:prSet presAssocID="{1F14646A-AA13-4857-A0DF-63AE14770714}" presName="linV" presStyleCnt="0"/>
      <dgm:spPr/>
    </dgm:pt>
    <dgm:pt modelId="{505DA5DB-8828-4779-9B17-F278F6A5F93D}" type="pres">
      <dgm:prSet presAssocID="{1F14646A-AA13-4857-A0DF-63AE14770714}" presName="spVertical1" presStyleCnt="0"/>
      <dgm:spPr/>
    </dgm:pt>
    <dgm:pt modelId="{1B464ED2-F23F-433B-87C9-4625A934A90B}" type="pres">
      <dgm:prSet presAssocID="{1F14646A-AA13-4857-A0DF-63AE14770714}" presName="parTx" presStyleLbl="revTx" presStyleIdx="4" presStyleCnt="12" custLinFactNeighborX="-88112">
        <dgm:presLayoutVars>
          <dgm:chMax val="0"/>
          <dgm:chPref val="0"/>
          <dgm:bulletEnabled val="1"/>
        </dgm:presLayoutVars>
      </dgm:prSet>
      <dgm:spPr/>
    </dgm:pt>
    <dgm:pt modelId="{42CF13B1-C0A1-49CD-82D6-995257B0DFC1}" type="pres">
      <dgm:prSet presAssocID="{1F14646A-AA13-4857-A0DF-63AE14770714}" presName="spVertical2" presStyleCnt="0"/>
      <dgm:spPr/>
    </dgm:pt>
    <dgm:pt modelId="{2B67E308-A5AE-4F1A-8D89-698324A316C0}" type="pres">
      <dgm:prSet presAssocID="{1F14646A-AA13-4857-A0DF-63AE14770714}" presName="spVertical3" presStyleCnt="0"/>
      <dgm:spPr/>
    </dgm:pt>
    <dgm:pt modelId="{0185E2DC-2C6D-43A3-ADDD-1D8137FC538D}" type="pres">
      <dgm:prSet presAssocID="{5BADFAAA-0C5C-4EBF-9CB0-50EF0B53E0E3}" presName="space" presStyleCnt="0"/>
      <dgm:spPr/>
    </dgm:pt>
    <dgm:pt modelId="{1B2A423E-D46C-47F9-B6C7-4FEBD7DE4945}" type="pres">
      <dgm:prSet presAssocID="{653F03F8-90F3-4F46-889E-38EE3DA65A8F}" presName="linV" presStyleCnt="0"/>
      <dgm:spPr/>
    </dgm:pt>
    <dgm:pt modelId="{F9ED3264-6D24-4533-9301-6DF4E3F59199}" type="pres">
      <dgm:prSet presAssocID="{653F03F8-90F3-4F46-889E-38EE3DA65A8F}" presName="spVertical1" presStyleCnt="0"/>
      <dgm:spPr/>
    </dgm:pt>
    <dgm:pt modelId="{DA8C9BF5-8FCB-4D3A-83EE-4E566A317163}" type="pres">
      <dgm:prSet presAssocID="{653F03F8-90F3-4F46-889E-38EE3DA65A8F}" presName="parTx" presStyleLbl="revTx" presStyleIdx="5" presStyleCnt="12" custLinFactNeighborX="-53352">
        <dgm:presLayoutVars>
          <dgm:chMax val="0"/>
          <dgm:chPref val="0"/>
          <dgm:bulletEnabled val="1"/>
        </dgm:presLayoutVars>
      </dgm:prSet>
      <dgm:spPr/>
    </dgm:pt>
    <dgm:pt modelId="{5CE9E4F7-1AF6-4C9B-9607-0E6CDFDBB517}" type="pres">
      <dgm:prSet presAssocID="{653F03F8-90F3-4F46-889E-38EE3DA65A8F}" presName="spVertical2" presStyleCnt="0"/>
      <dgm:spPr/>
    </dgm:pt>
    <dgm:pt modelId="{D79D8457-6A81-46D6-A2D9-ED02F64B80A0}" type="pres">
      <dgm:prSet presAssocID="{653F03F8-90F3-4F46-889E-38EE3DA65A8F}" presName="spVertical3" presStyleCnt="0"/>
      <dgm:spPr/>
    </dgm:pt>
    <dgm:pt modelId="{1480182C-720A-45AE-949A-794B47E45365}" type="pres">
      <dgm:prSet presAssocID="{D92E4632-5684-42BD-A12F-ECE1CC7D7480}" presName="space" presStyleCnt="0"/>
      <dgm:spPr/>
    </dgm:pt>
    <dgm:pt modelId="{9EFB7C7F-90DC-47DE-9DC3-0D5D702D82EC}" type="pres">
      <dgm:prSet presAssocID="{CCF6E944-0D90-4CC3-9C03-BE4BFE3125EB}" presName="linV" presStyleCnt="0"/>
      <dgm:spPr/>
    </dgm:pt>
    <dgm:pt modelId="{C418501E-8C79-4655-AFDA-BC4C11254D62}" type="pres">
      <dgm:prSet presAssocID="{CCF6E944-0D90-4CC3-9C03-BE4BFE3125EB}" presName="spVertical1" presStyleCnt="0"/>
      <dgm:spPr/>
    </dgm:pt>
    <dgm:pt modelId="{ACAF51EE-339E-4E91-83C4-F4F0FED286A1}" type="pres">
      <dgm:prSet presAssocID="{CCF6E944-0D90-4CC3-9C03-BE4BFE3125EB}" presName="parTx" presStyleLbl="revTx" presStyleIdx="6" presStyleCnt="12" custLinFactNeighborX="-32292">
        <dgm:presLayoutVars>
          <dgm:chMax val="0"/>
          <dgm:chPref val="0"/>
          <dgm:bulletEnabled val="1"/>
        </dgm:presLayoutVars>
      </dgm:prSet>
      <dgm:spPr/>
    </dgm:pt>
    <dgm:pt modelId="{451AA9EF-91C9-4571-B437-72AE13950EF5}" type="pres">
      <dgm:prSet presAssocID="{CCF6E944-0D90-4CC3-9C03-BE4BFE3125EB}" presName="spVertical2" presStyleCnt="0"/>
      <dgm:spPr/>
    </dgm:pt>
    <dgm:pt modelId="{C3E95A5A-56EF-4B31-8907-79F9FC073AF4}" type="pres">
      <dgm:prSet presAssocID="{CCF6E944-0D90-4CC3-9C03-BE4BFE3125EB}" presName="spVertical3" presStyleCnt="0"/>
      <dgm:spPr/>
    </dgm:pt>
    <dgm:pt modelId="{C92B9452-433A-4D1F-9C9C-7BA3729A2C1B}" type="pres">
      <dgm:prSet presAssocID="{1A0AED99-5F9F-46B2-9913-2A954C3FC44E}" presName="space" presStyleCnt="0"/>
      <dgm:spPr/>
    </dgm:pt>
    <dgm:pt modelId="{1284444E-41D8-4C10-BC29-0B742400CD08}" type="pres">
      <dgm:prSet presAssocID="{0FC3797A-469C-4CD7-9722-25574F25473C}" presName="linV" presStyleCnt="0"/>
      <dgm:spPr/>
    </dgm:pt>
    <dgm:pt modelId="{B7F856E4-3A67-4E04-8BD3-A460E0B3AC5A}" type="pres">
      <dgm:prSet presAssocID="{0FC3797A-469C-4CD7-9722-25574F25473C}" presName="spVertical1" presStyleCnt="0"/>
      <dgm:spPr/>
    </dgm:pt>
    <dgm:pt modelId="{C12F6F01-EE3B-4A9A-8953-4E8A9E8E41A9}" type="pres">
      <dgm:prSet presAssocID="{0FC3797A-469C-4CD7-9722-25574F25473C}" presName="parTx" presStyleLbl="revTx" presStyleIdx="7" presStyleCnt="12" custLinFactNeighborX="-18252">
        <dgm:presLayoutVars>
          <dgm:chMax val="0"/>
          <dgm:chPref val="0"/>
          <dgm:bulletEnabled val="1"/>
        </dgm:presLayoutVars>
      </dgm:prSet>
      <dgm:spPr/>
    </dgm:pt>
    <dgm:pt modelId="{4DB69A0D-6EB1-47E4-8FE7-43AEDCA99B55}" type="pres">
      <dgm:prSet presAssocID="{0FC3797A-469C-4CD7-9722-25574F25473C}" presName="spVertical2" presStyleCnt="0"/>
      <dgm:spPr/>
    </dgm:pt>
    <dgm:pt modelId="{0B81CDC2-3EBC-4055-A3D7-07DA5FF1BAF6}" type="pres">
      <dgm:prSet presAssocID="{0FC3797A-469C-4CD7-9722-25574F25473C}" presName="spVertical3" presStyleCnt="0"/>
      <dgm:spPr/>
    </dgm:pt>
    <dgm:pt modelId="{A35B8856-14D2-435F-AF35-6A8E92DD0045}" type="pres">
      <dgm:prSet presAssocID="{F6020F55-1D5B-42B6-9329-75628DF9DBE3}" presName="space" presStyleCnt="0"/>
      <dgm:spPr/>
    </dgm:pt>
    <dgm:pt modelId="{7A564B68-2DFC-4E36-BE0B-DD19CAA1ADAC}" type="pres">
      <dgm:prSet presAssocID="{724D662F-1111-4D8F-A6E5-329EB0B03EB9}" presName="linV" presStyleCnt="0"/>
      <dgm:spPr/>
    </dgm:pt>
    <dgm:pt modelId="{24AE58C2-1D4A-4605-A694-C004D3191689}" type="pres">
      <dgm:prSet presAssocID="{724D662F-1111-4D8F-A6E5-329EB0B03EB9}" presName="spVertical1" presStyleCnt="0"/>
      <dgm:spPr/>
    </dgm:pt>
    <dgm:pt modelId="{3BC29D60-D75C-4B13-9A89-B6260CCEB063}" type="pres">
      <dgm:prSet presAssocID="{724D662F-1111-4D8F-A6E5-329EB0B03EB9}" presName="parTx" presStyleLbl="revTx" presStyleIdx="8" presStyleCnt="12">
        <dgm:presLayoutVars>
          <dgm:chMax val="0"/>
          <dgm:chPref val="0"/>
          <dgm:bulletEnabled val="1"/>
        </dgm:presLayoutVars>
      </dgm:prSet>
      <dgm:spPr/>
    </dgm:pt>
    <dgm:pt modelId="{7953192A-9BBE-437C-BA4D-C5C8FE764FE9}" type="pres">
      <dgm:prSet presAssocID="{724D662F-1111-4D8F-A6E5-329EB0B03EB9}" presName="spVertical2" presStyleCnt="0"/>
      <dgm:spPr/>
    </dgm:pt>
    <dgm:pt modelId="{D81DCD94-0128-4050-8F63-17FFC5E02EDE}" type="pres">
      <dgm:prSet presAssocID="{724D662F-1111-4D8F-A6E5-329EB0B03EB9}" presName="spVertical3" presStyleCnt="0"/>
      <dgm:spPr/>
    </dgm:pt>
    <dgm:pt modelId="{9DCD0742-FACE-4A65-9F64-21C2BCFE8B05}" type="pres">
      <dgm:prSet presAssocID="{D8C5BC68-BA28-4E55-802F-448D2E44E80A}" presName="space" presStyleCnt="0"/>
      <dgm:spPr/>
    </dgm:pt>
    <dgm:pt modelId="{691A5836-6BFE-453B-AA50-55B2BEDA65B1}" type="pres">
      <dgm:prSet presAssocID="{710E0277-B180-4AE2-BEDA-77F5F0907845}" presName="linV" presStyleCnt="0"/>
      <dgm:spPr/>
    </dgm:pt>
    <dgm:pt modelId="{E3F50022-D750-4BE7-8225-436BEA00B26F}" type="pres">
      <dgm:prSet presAssocID="{710E0277-B180-4AE2-BEDA-77F5F0907845}" presName="spVertical1" presStyleCnt="0"/>
      <dgm:spPr/>
    </dgm:pt>
    <dgm:pt modelId="{B2A20757-9277-499C-B34F-4AB3E5008CE2}" type="pres">
      <dgm:prSet presAssocID="{710E0277-B180-4AE2-BEDA-77F5F0907845}" presName="parTx" presStyleLbl="revTx" presStyleIdx="9" presStyleCnt="12">
        <dgm:presLayoutVars>
          <dgm:chMax val="0"/>
          <dgm:chPref val="0"/>
          <dgm:bulletEnabled val="1"/>
        </dgm:presLayoutVars>
      </dgm:prSet>
      <dgm:spPr/>
    </dgm:pt>
    <dgm:pt modelId="{FF36F16F-01FB-4754-A053-150C38F0C1B1}" type="pres">
      <dgm:prSet presAssocID="{710E0277-B180-4AE2-BEDA-77F5F0907845}" presName="spVertical2" presStyleCnt="0"/>
      <dgm:spPr/>
    </dgm:pt>
    <dgm:pt modelId="{5F704920-309E-4521-8124-3BE92F1790D3}" type="pres">
      <dgm:prSet presAssocID="{710E0277-B180-4AE2-BEDA-77F5F0907845}" presName="spVertical3" presStyleCnt="0"/>
      <dgm:spPr/>
    </dgm:pt>
    <dgm:pt modelId="{F7C89F65-C438-432D-B819-3A7083FF47F1}" type="pres">
      <dgm:prSet presAssocID="{D96BC8C3-2E5D-4A53-8D7D-FA00D315A709}" presName="space" presStyleCnt="0"/>
      <dgm:spPr/>
    </dgm:pt>
    <dgm:pt modelId="{88EA487C-0001-4B1D-9CB3-3B7F47D3BE11}" type="pres">
      <dgm:prSet presAssocID="{ADCFDBC8-85BF-4EC1-91A8-06CA21A1DAA4}" presName="linV" presStyleCnt="0"/>
      <dgm:spPr/>
    </dgm:pt>
    <dgm:pt modelId="{A7A2F25D-27CC-4BE9-B4FC-422842CAB03E}" type="pres">
      <dgm:prSet presAssocID="{ADCFDBC8-85BF-4EC1-91A8-06CA21A1DAA4}" presName="spVertical1" presStyleCnt="0"/>
      <dgm:spPr/>
    </dgm:pt>
    <dgm:pt modelId="{08B9B0F0-D74D-4064-A539-BE62B4AF30D4}" type="pres">
      <dgm:prSet presAssocID="{ADCFDBC8-85BF-4EC1-91A8-06CA21A1DAA4}" presName="parTx" presStyleLbl="revTx" presStyleIdx="10" presStyleCnt="12">
        <dgm:presLayoutVars>
          <dgm:chMax val="0"/>
          <dgm:chPref val="0"/>
          <dgm:bulletEnabled val="1"/>
        </dgm:presLayoutVars>
      </dgm:prSet>
      <dgm:spPr/>
    </dgm:pt>
    <dgm:pt modelId="{9CEC7A7D-7E71-4A56-91EE-99F7ABB9972F}" type="pres">
      <dgm:prSet presAssocID="{ADCFDBC8-85BF-4EC1-91A8-06CA21A1DAA4}" presName="spVertical2" presStyleCnt="0"/>
      <dgm:spPr/>
    </dgm:pt>
    <dgm:pt modelId="{8E576ABE-E858-43F2-B2A7-978CF5401ABE}" type="pres">
      <dgm:prSet presAssocID="{ADCFDBC8-85BF-4EC1-91A8-06CA21A1DAA4}" presName="spVertical3" presStyleCnt="0"/>
      <dgm:spPr/>
    </dgm:pt>
    <dgm:pt modelId="{A97B240E-32A6-420E-8126-D44580A7EF52}" type="pres">
      <dgm:prSet presAssocID="{F2568358-3AF1-49E3-ACF6-A7DB2E32E452}" presName="space" presStyleCnt="0"/>
      <dgm:spPr/>
    </dgm:pt>
    <dgm:pt modelId="{1E79C827-0AC2-4C2D-874A-2515355958CD}" type="pres">
      <dgm:prSet presAssocID="{4E0AE329-2BB8-412D-ABF3-2203B8333DB0}" presName="linV" presStyleCnt="0"/>
      <dgm:spPr/>
    </dgm:pt>
    <dgm:pt modelId="{11D6CA0E-4EFE-4271-A731-37378F315FE6}" type="pres">
      <dgm:prSet presAssocID="{4E0AE329-2BB8-412D-ABF3-2203B8333DB0}" presName="spVertical1" presStyleCnt="0"/>
      <dgm:spPr/>
    </dgm:pt>
    <dgm:pt modelId="{9737A517-38FB-4F95-B5E3-30A6FBFD231D}" type="pres">
      <dgm:prSet presAssocID="{4E0AE329-2BB8-412D-ABF3-2203B8333DB0}" presName="parTx" presStyleLbl="revTx" presStyleIdx="11" presStyleCnt="12">
        <dgm:presLayoutVars>
          <dgm:chMax val="0"/>
          <dgm:chPref val="0"/>
          <dgm:bulletEnabled val="1"/>
        </dgm:presLayoutVars>
      </dgm:prSet>
      <dgm:spPr/>
    </dgm:pt>
    <dgm:pt modelId="{92FDC332-C53A-4CF4-BE7D-918C6F2537A0}" type="pres">
      <dgm:prSet presAssocID="{4E0AE329-2BB8-412D-ABF3-2203B8333DB0}" presName="spVertical2" presStyleCnt="0"/>
      <dgm:spPr/>
    </dgm:pt>
    <dgm:pt modelId="{4C0F91AE-D3FE-4CEF-B022-07C30832EB36}" type="pres">
      <dgm:prSet presAssocID="{4E0AE329-2BB8-412D-ABF3-2203B8333DB0}" presName="spVertical3" presStyleCnt="0"/>
      <dgm:spPr/>
    </dgm:pt>
    <dgm:pt modelId="{73F81E1F-D701-45EA-8A5F-22EDEB2F75A8}" type="pres">
      <dgm:prSet presAssocID="{FFD74974-751E-4680-A66A-CCA90C51A57C}" presName="padding2" presStyleCnt="0"/>
      <dgm:spPr/>
    </dgm:pt>
    <dgm:pt modelId="{C050B278-9381-4AA2-AF9F-8E7C359F40C5}" type="pres">
      <dgm:prSet presAssocID="{FFD74974-751E-4680-A66A-CCA90C51A57C}" presName="negArrow" presStyleCnt="0"/>
      <dgm:spPr/>
    </dgm:pt>
    <dgm:pt modelId="{D524FFA0-C0AD-4F52-9B1A-0EF87ABA560A}" type="pres">
      <dgm:prSet presAssocID="{FFD74974-751E-4680-A66A-CCA90C51A57C}" presName="backgroundArrow" presStyleLbl="node1" presStyleIdx="0" presStyleCnt="1"/>
      <dgm:spPr>
        <a:solidFill>
          <a:schemeClr val="bg1">
            <a:lumMod val="50000"/>
          </a:schemeClr>
        </a:solidFill>
      </dgm:spPr>
    </dgm:pt>
  </dgm:ptLst>
  <dgm:cxnLst>
    <dgm:cxn modelId="{C5EC730E-73E7-4BDB-8DC5-97FF74ED321C}" srcId="{FFD74974-751E-4680-A66A-CCA90C51A57C}" destId="{653F03F8-90F3-4F46-889E-38EE3DA65A8F}" srcOrd="5" destOrd="0" parTransId="{8B215AF4-2700-4AC0-9749-50DC412BBCC4}" sibTransId="{D92E4632-5684-42BD-A12F-ECE1CC7D7480}"/>
    <dgm:cxn modelId="{8168BB11-15A1-48B8-A195-8687D990224E}" type="presOf" srcId="{FFD74974-751E-4680-A66A-CCA90C51A57C}" destId="{5EEC04C5-61EA-4596-8CEF-9CA3315E7547}" srcOrd="0" destOrd="0" presId="urn:microsoft.com/office/officeart/2005/8/layout/hProcess3"/>
    <dgm:cxn modelId="{8E454F2C-A069-47DB-A403-C9DD1F5F2638}" type="presOf" srcId="{4E0AE329-2BB8-412D-ABF3-2203B8333DB0}" destId="{9737A517-38FB-4F95-B5E3-30A6FBFD231D}" srcOrd="0" destOrd="0" presId="urn:microsoft.com/office/officeart/2005/8/layout/hProcess3"/>
    <dgm:cxn modelId="{2589FB31-B212-4679-A44B-D87E930EE5C2}" srcId="{FFD74974-751E-4680-A66A-CCA90C51A57C}" destId="{F5C7D4AF-E8D2-4019-9EC8-9EF8453520A6}" srcOrd="2" destOrd="0" parTransId="{9457C0F0-612F-4114-8F04-A665E3035AC8}" sibTransId="{DCB11FC4-6B26-4CAA-9164-D6F3FD23566E}"/>
    <dgm:cxn modelId="{C8CC2E36-C848-4166-B870-D24B7DE4F04F}" type="presOf" srcId="{0FC3797A-469C-4CD7-9722-25574F25473C}" destId="{C12F6F01-EE3B-4A9A-8953-4E8A9E8E41A9}" srcOrd="0" destOrd="0" presId="urn:microsoft.com/office/officeart/2005/8/layout/hProcess3"/>
    <dgm:cxn modelId="{BB36A93B-988C-4152-A7AA-2A96B99571AB}" srcId="{FFD74974-751E-4680-A66A-CCA90C51A57C}" destId="{9883F8F7-CC7E-4B2E-930F-BDE8082EC18F}" srcOrd="3" destOrd="0" parTransId="{B1D1DA5F-6388-4D25-A106-C3A6BE3CFDAA}" sibTransId="{1443F012-2813-46BD-979E-74A670A18FB1}"/>
    <dgm:cxn modelId="{412D293D-6FEC-4012-8496-B7DB85E6FF27}" srcId="{FFD74974-751E-4680-A66A-CCA90C51A57C}" destId="{710E0277-B180-4AE2-BEDA-77F5F0907845}" srcOrd="9" destOrd="0" parTransId="{A135389D-9F84-4229-BA12-E1BF171B2D1F}" sibTransId="{D96BC8C3-2E5D-4A53-8D7D-FA00D315A709}"/>
    <dgm:cxn modelId="{1FE48367-AD3D-491A-B2F5-146B1A24F9CF}" srcId="{FFD74974-751E-4680-A66A-CCA90C51A57C}" destId="{1F14646A-AA13-4857-A0DF-63AE14770714}" srcOrd="4" destOrd="0" parTransId="{D69D11C3-FDB7-47BA-9F8F-6EBAB2D5DFBE}" sibTransId="{5BADFAAA-0C5C-4EBF-9CB0-50EF0B53E0E3}"/>
    <dgm:cxn modelId="{F320166A-8102-412F-B73C-BA72D8E87DFB}" srcId="{FFD74974-751E-4680-A66A-CCA90C51A57C}" destId="{B543B874-AA48-4290-8D21-402FDD382332}" srcOrd="0" destOrd="0" parTransId="{17E91AA6-DA48-4443-8E55-92F13F9B9188}" sibTransId="{33CE2D3A-DD8A-4C53-A743-8F604EBA0BAB}"/>
    <dgm:cxn modelId="{C23E514B-2329-4AAA-906D-5F98C734CB35}" srcId="{FFD74974-751E-4680-A66A-CCA90C51A57C}" destId="{CC56A3DB-A24E-43A3-A5E2-244F931FB9BE}" srcOrd="1" destOrd="0" parTransId="{6DD97634-A35A-408E-A06D-0D4AAB6DD57B}" sibTransId="{B425CAA8-7423-45DF-9F0C-D9E9441E4947}"/>
    <dgm:cxn modelId="{703B0870-B459-4E4B-9A89-03DB305247FF}" srcId="{FFD74974-751E-4680-A66A-CCA90C51A57C}" destId="{CCF6E944-0D90-4CC3-9C03-BE4BFE3125EB}" srcOrd="6" destOrd="0" parTransId="{EE434C50-2A73-4794-A747-8DA292FD063C}" sibTransId="{1A0AED99-5F9F-46B2-9913-2A954C3FC44E}"/>
    <dgm:cxn modelId="{D807CE92-B090-4F3B-9DF6-D9BE3F5C787C}" type="presOf" srcId="{CC56A3DB-A24E-43A3-A5E2-244F931FB9BE}" destId="{191148E4-6401-4245-90DD-D1A48F8CC76C}" srcOrd="0" destOrd="0" presId="urn:microsoft.com/office/officeart/2005/8/layout/hProcess3"/>
    <dgm:cxn modelId="{D65B6195-CA3C-4E73-A1F9-F41BF2793946}" type="presOf" srcId="{F5C7D4AF-E8D2-4019-9EC8-9EF8453520A6}" destId="{D6236C0E-6CA8-4543-872D-995ACA640C13}" srcOrd="0" destOrd="0" presId="urn:microsoft.com/office/officeart/2005/8/layout/hProcess3"/>
    <dgm:cxn modelId="{D64FEA95-4287-4A89-AECF-7EF2ED568F46}" srcId="{FFD74974-751E-4680-A66A-CCA90C51A57C}" destId="{4E0AE329-2BB8-412D-ABF3-2203B8333DB0}" srcOrd="11" destOrd="0" parTransId="{C5D781A4-7459-4AB6-8E34-1A9F60699D05}" sibTransId="{AFD1FFF5-3FF9-460D-82B8-8FA4880C2FF4}"/>
    <dgm:cxn modelId="{08C158A5-FA47-41C9-A56F-989B4DC66CB1}" type="presOf" srcId="{710E0277-B180-4AE2-BEDA-77F5F0907845}" destId="{B2A20757-9277-499C-B34F-4AB3E5008CE2}" srcOrd="0" destOrd="0" presId="urn:microsoft.com/office/officeart/2005/8/layout/hProcess3"/>
    <dgm:cxn modelId="{EE559CB6-BF59-43EE-A8B9-804EC669BD4A}" type="presOf" srcId="{ADCFDBC8-85BF-4EC1-91A8-06CA21A1DAA4}" destId="{08B9B0F0-D74D-4064-A539-BE62B4AF30D4}" srcOrd="0" destOrd="0" presId="urn:microsoft.com/office/officeart/2005/8/layout/hProcess3"/>
    <dgm:cxn modelId="{89BBB7C1-C5BA-4EE3-8703-F773A8868B0A}" type="presOf" srcId="{CCF6E944-0D90-4CC3-9C03-BE4BFE3125EB}" destId="{ACAF51EE-339E-4E91-83C4-F4F0FED286A1}" srcOrd="0" destOrd="0" presId="urn:microsoft.com/office/officeart/2005/8/layout/hProcess3"/>
    <dgm:cxn modelId="{B62AA3C8-AF93-491D-B535-E5E54FB547B8}" srcId="{FFD74974-751E-4680-A66A-CCA90C51A57C}" destId="{ADCFDBC8-85BF-4EC1-91A8-06CA21A1DAA4}" srcOrd="10" destOrd="0" parTransId="{24F01FCB-681F-458D-8120-66AAFF4901C4}" sibTransId="{F2568358-3AF1-49E3-ACF6-A7DB2E32E452}"/>
    <dgm:cxn modelId="{6DA020CC-24AD-4D3A-AA5C-270EF001CE33}" type="presOf" srcId="{724D662F-1111-4D8F-A6E5-329EB0B03EB9}" destId="{3BC29D60-D75C-4B13-9A89-B6260CCEB063}" srcOrd="0" destOrd="0" presId="urn:microsoft.com/office/officeart/2005/8/layout/hProcess3"/>
    <dgm:cxn modelId="{3ED129D9-0D3B-4D28-97B4-9BC25EAD408A}" srcId="{FFD74974-751E-4680-A66A-CCA90C51A57C}" destId="{0FC3797A-469C-4CD7-9722-25574F25473C}" srcOrd="7" destOrd="0" parTransId="{603E4E47-072A-4B09-8381-357C7C7D13A9}" sibTransId="{F6020F55-1D5B-42B6-9329-75628DF9DBE3}"/>
    <dgm:cxn modelId="{4D5E64DE-6B33-4C87-8565-A716C32BC965}" type="presOf" srcId="{653F03F8-90F3-4F46-889E-38EE3DA65A8F}" destId="{DA8C9BF5-8FCB-4D3A-83EE-4E566A317163}" srcOrd="0" destOrd="0" presId="urn:microsoft.com/office/officeart/2005/8/layout/hProcess3"/>
    <dgm:cxn modelId="{58AC3EE6-E4F4-4E27-A957-9C258F6D9D59}" type="presOf" srcId="{B543B874-AA48-4290-8D21-402FDD382332}" destId="{2EF879C0-59A9-449B-B594-3FD893AAB5E6}" srcOrd="0" destOrd="0" presId="urn:microsoft.com/office/officeart/2005/8/layout/hProcess3"/>
    <dgm:cxn modelId="{88D239EE-4927-474B-AE06-108CEA4F26E3}" srcId="{FFD74974-751E-4680-A66A-CCA90C51A57C}" destId="{724D662F-1111-4D8F-A6E5-329EB0B03EB9}" srcOrd="8" destOrd="0" parTransId="{8812A9AE-0252-4379-94E9-9A9E69C29F17}" sibTransId="{D8C5BC68-BA28-4E55-802F-448D2E44E80A}"/>
    <dgm:cxn modelId="{B09219F2-DF54-451D-A5ED-C482FE7FF4BD}" type="presOf" srcId="{1F14646A-AA13-4857-A0DF-63AE14770714}" destId="{1B464ED2-F23F-433B-87C9-4625A934A90B}" srcOrd="0" destOrd="0" presId="urn:microsoft.com/office/officeart/2005/8/layout/hProcess3"/>
    <dgm:cxn modelId="{A9B3D2F9-7308-4BCC-A00D-3D5BB215F1D5}" type="presOf" srcId="{9883F8F7-CC7E-4B2E-930F-BDE8082EC18F}" destId="{11DE7E1D-D323-48BD-987D-BFFD49C26F94}" srcOrd="0" destOrd="0" presId="urn:microsoft.com/office/officeart/2005/8/layout/hProcess3"/>
    <dgm:cxn modelId="{F03DF5A4-076E-43CD-8552-40FE3C768F95}" type="presParOf" srcId="{5EEC04C5-61EA-4596-8CEF-9CA3315E7547}" destId="{54D95DDE-0782-4C93-A167-0FBDEC7214F7}" srcOrd="0" destOrd="0" presId="urn:microsoft.com/office/officeart/2005/8/layout/hProcess3"/>
    <dgm:cxn modelId="{927C8A70-B8ED-49FF-BF57-F334F62B1E86}" type="presParOf" srcId="{5EEC04C5-61EA-4596-8CEF-9CA3315E7547}" destId="{119088AF-8733-4900-9BC6-D25B77465FDA}" srcOrd="1" destOrd="0" presId="urn:microsoft.com/office/officeart/2005/8/layout/hProcess3"/>
    <dgm:cxn modelId="{46824783-F3D1-48F4-A205-D9EE93B0B0EB}" type="presParOf" srcId="{119088AF-8733-4900-9BC6-D25B77465FDA}" destId="{FBD4D6B0-A70F-471B-A0CF-647E59DD1BF7}" srcOrd="0" destOrd="0" presId="urn:microsoft.com/office/officeart/2005/8/layout/hProcess3"/>
    <dgm:cxn modelId="{F7147109-A380-4635-930C-B4CAA7C62C4B}" type="presParOf" srcId="{119088AF-8733-4900-9BC6-D25B77465FDA}" destId="{6B031632-02C2-4017-A87C-0F5FF0F07E9B}" srcOrd="1" destOrd="0" presId="urn:microsoft.com/office/officeart/2005/8/layout/hProcess3"/>
    <dgm:cxn modelId="{A0496249-09C6-46F1-A58D-3D6FBC553252}" type="presParOf" srcId="{6B031632-02C2-4017-A87C-0F5FF0F07E9B}" destId="{2DEA2B23-4347-46CA-AC98-05652BD529D2}" srcOrd="0" destOrd="0" presId="urn:microsoft.com/office/officeart/2005/8/layout/hProcess3"/>
    <dgm:cxn modelId="{A6654277-05CE-4598-B671-E07DBB273E0B}" type="presParOf" srcId="{6B031632-02C2-4017-A87C-0F5FF0F07E9B}" destId="{2EF879C0-59A9-449B-B594-3FD893AAB5E6}" srcOrd="1" destOrd="0" presId="urn:microsoft.com/office/officeart/2005/8/layout/hProcess3"/>
    <dgm:cxn modelId="{C3B7BD5E-D94F-4618-9B19-73346B78DCB2}" type="presParOf" srcId="{6B031632-02C2-4017-A87C-0F5FF0F07E9B}" destId="{0796F723-2B96-43AC-BF7F-9CA5D7F45F3B}" srcOrd="2" destOrd="0" presId="urn:microsoft.com/office/officeart/2005/8/layout/hProcess3"/>
    <dgm:cxn modelId="{ED0F524B-3D4B-4186-80A0-534FE28D60A6}" type="presParOf" srcId="{6B031632-02C2-4017-A87C-0F5FF0F07E9B}" destId="{31A3C5B8-F643-4A8A-A965-3647CD4D37F7}" srcOrd="3" destOrd="0" presId="urn:microsoft.com/office/officeart/2005/8/layout/hProcess3"/>
    <dgm:cxn modelId="{92FC3737-8139-40DC-8129-3CEB8FB9952B}" type="presParOf" srcId="{119088AF-8733-4900-9BC6-D25B77465FDA}" destId="{80A56F52-64C1-45BA-B8AC-91481D87B38F}" srcOrd="2" destOrd="0" presId="urn:microsoft.com/office/officeart/2005/8/layout/hProcess3"/>
    <dgm:cxn modelId="{B12E9EC4-9F06-4299-81CD-CB4015D8CAA1}" type="presParOf" srcId="{119088AF-8733-4900-9BC6-D25B77465FDA}" destId="{21724B3F-04CD-4F6A-AF56-69EAFE488D02}" srcOrd="3" destOrd="0" presId="urn:microsoft.com/office/officeart/2005/8/layout/hProcess3"/>
    <dgm:cxn modelId="{4E046DFC-540D-4097-B8D9-20DB461B760B}" type="presParOf" srcId="{21724B3F-04CD-4F6A-AF56-69EAFE488D02}" destId="{0F0B0BCA-1733-4E77-AC2A-08117A9001CB}" srcOrd="0" destOrd="0" presId="urn:microsoft.com/office/officeart/2005/8/layout/hProcess3"/>
    <dgm:cxn modelId="{576578B2-58B8-4499-B98E-EC3438CC3EEA}" type="presParOf" srcId="{21724B3F-04CD-4F6A-AF56-69EAFE488D02}" destId="{191148E4-6401-4245-90DD-D1A48F8CC76C}" srcOrd="1" destOrd="0" presId="urn:microsoft.com/office/officeart/2005/8/layout/hProcess3"/>
    <dgm:cxn modelId="{88003FE4-9347-4A0E-8684-F8CFABB77D15}" type="presParOf" srcId="{21724B3F-04CD-4F6A-AF56-69EAFE488D02}" destId="{A0A7D0F9-12E5-4483-853C-66647E25FA5F}" srcOrd="2" destOrd="0" presId="urn:microsoft.com/office/officeart/2005/8/layout/hProcess3"/>
    <dgm:cxn modelId="{777F3026-4050-4D45-AFFA-E618F6C387BA}" type="presParOf" srcId="{21724B3F-04CD-4F6A-AF56-69EAFE488D02}" destId="{9CFE601C-E517-4060-9F07-CF9393F29DDC}" srcOrd="3" destOrd="0" presId="urn:microsoft.com/office/officeart/2005/8/layout/hProcess3"/>
    <dgm:cxn modelId="{66C9DCA3-DA5D-40E0-BA00-49A82705CACA}" type="presParOf" srcId="{119088AF-8733-4900-9BC6-D25B77465FDA}" destId="{2CBAF6D1-AAB0-4C9F-8F01-0AE3B0F74FB7}" srcOrd="4" destOrd="0" presId="urn:microsoft.com/office/officeart/2005/8/layout/hProcess3"/>
    <dgm:cxn modelId="{7124C4CE-4B68-4449-B371-C59E3530BFAA}" type="presParOf" srcId="{119088AF-8733-4900-9BC6-D25B77465FDA}" destId="{6B3A4845-F4E2-4644-9438-DB30DC27F83D}" srcOrd="5" destOrd="0" presId="urn:microsoft.com/office/officeart/2005/8/layout/hProcess3"/>
    <dgm:cxn modelId="{5BBA8141-D52E-4336-93CB-86CFF0CC1B65}" type="presParOf" srcId="{6B3A4845-F4E2-4644-9438-DB30DC27F83D}" destId="{F3331E6D-AA05-4308-832B-A51BFBC60F55}" srcOrd="0" destOrd="0" presId="urn:microsoft.com/office/officeart/2005/8/layout/hProcess3"/>
    <dgm:cxn modelId="{62926E0D-1A2F-450B-9556-377CB0A23F47}" type="presParOf" srcId="{6B3A4845-F4E2-4644-9438-DB30DC27F83D}" destId="{D6236C0E-6CA8-4543-872D-995ACA640C13}" srcOrd="1" destOrd="0" presId="urn:microsoft.com/office/officeart/2005/8/layout/hProcess3"/>
    <dgm:cxn modelId="{528C8EE8-B27D-457C-A558-684AC91ECF0C}" type="presParOf" srcId="{6B3A4845-F4E2-4644-9438-DB30DC27F83D}" destId="{F172B159-62A6-4901-B71B-79692EF40875}" srcOrd="2" destOrd="0" presId="urn:microsoft.com/office/officeart/2005/8/layout/hProcess3"/>
    <dgm:cxn modelId="{F3461019-5622-4B99-8FD5-04DDC94A0C8D}" type="presParOf" srcId="{6B3A4845-F4E2-4644-9438-DB30DC27F83D}" destId="{D66100C5-E3F8-4FFF-83FC-55078E94BBC9}" srcOrd="3" destOrd="0" presId="urn:microsoft.com/office/officeart/2005/8/layout/hProcess3"/>
    <dgm:cxn modelId="{72289460-10AE-46AC-810F-C7C635B579D5}" type="presParOf" srcId="{119088AF-8733-4900-9BC6-D25B77465FDA}" destId="{F5DFF874-83CB-44A0-86B7-004DA3E7005B}" srcOrd="6" destOrd="0" presId="urn:microsoft.com/office/officeart/2005/8/layout/hProcess3"/>
    <dgm:cxn modelId="{F6F268EA-5AEB-410F-8073-F14759A00E6E}" type="presParOf" srcId="{119088AF-8733-4900-9BC6-D25B77465FDA}" destId="{A3F3BD77-85A1-4A52-B594-1BB25751DE00}" srcOrd="7" destOrd="0" presId="urn:microsoft.com/office/officeart/2005/8/layout/hProcess3"/>
    <dgm:cxn modelId="{5E6D271E-20A9-4B07-85C2-47F5AFB49611}" type="presParOf" srcId="{A3F3BD77-85A1-4A52-B594-1BB25751DE00}" destId="{9B4BDC28-0A2E-4311-A1A1-E680ED348B44}" srcOrd="0" destOrd="0" presId="urn:microsoft.com/office/officeart/2005/8/layout/hProcess3"/>
    <dgm:cxn modelId="{36C4007F-46ED-49F1-8530-8E9749877054}" type="presParOf" srcId="{A3F3BD77-85A1-4A52-B594-1BB25751DE00}" destId="{11DE7E1D-D323-48BD-987D-BFFD49C26F94}" srcOrd="1" destOrd="0" presId="urn:microsoft.com/office/officeart/2005/8/layout/hProcess3"/>
    <dgm:cxn modelId="{F6DA9E7E-0217-42F7-8CED-3C9C1D14224A}" type="presParOf" srcId="{A3F3BD77-85A1-4A52-B594-1BB25751DE00}" destId="{91A4CBAB-3D85-4F59-9C37-5CD8B89D1334}" srcOrd="2" destOrd="0" presId="urn:microsoft.com/office/officeart/2005/8/layout/hProcess3"/>
    <dgm:cxn modelId="{FCC9E626-A481-46A2-B12A-C88D27C58F5F}" type="presParOf" srcId="{A3F3BD77-85A1-4A52-B594-1BB25751DE00}" destId="{34CCF5E9-8016-4BA2-91B7-F852CD47658B}" srcOrd="3" destOrd="0" presId="urn:microsoft.com/office/officeart/2005/8/layout/hProcess3"/>
    <dgm:cxn modelId="{19F47F0E-C98E-4B31-A4FE-EBF2A555B74D}" type="presParOf" srcId="{119088AF-8733-4900-9BC6-D25B77465FDA}" destId="{1B7A5CFE-84DE-480B-A069-C86C710781FA}" srcOrd="8" destOrd="0" presId="urn:microsoft.com/office/officeart/2005/8/layout/hProcess3"/>
    <dgm:cxn modelId="{AE5ED54B-033F-482D-9CE9-BD408CBC8A47}" type="presParOf" srcId="{119088AF-8733-4900-9BC6-D25B77465FDA}" destId="{13F20361-0B74-4E1C-A823-CFAAC8D22A2F}" srcOrd="9" destOrd="0" presId="urn:microsoft.com/office/officeart/2005/8/layout/hProcess3"/>
    <dgm:cxn modelId="{6FA34ABC-2EE2-4C21-BD8C-19AB08C006C5}" type="presParOf" srcId="{13F20361-0B74-4E1C-A823-CFAAC8D22A2F}" destId="{505DA5DB-8828-4779-9B17-F278F6A5F93D}" srcOrd="0" destOrd="0" presId="urn:microsoft.com/office/officeart/2005/8/layout/hProcess3"/>
    <dgm:cxn modelId="{98B543BD-E0CD-4DD1-B9F6-0B1F444E3F40}" type="presParOf" srcId="{13F20361-0B74-4E1C-A823-CFAAC8D22A2F}" destId="{1B464ED2-F23F-433B-87C9-4625A934A90B}" srcOrd="1" destOrd="0" presId="urn:microsoft.com/office/officeart/2005/8/layout/hProcess3"/>
    <dgm:cxn modelId="{A4923813-547D-4661-B587-AE4E5E9A761D}" type="presParOf" srcId="{13F20361-0B74-4E1C-A823-CFAAC8D22A2F}" destId="{42CF13B1-C0A1-49CD-82D6-995257B0DFC1}" srcOrd="2" destOrd="0" presId="urn:microsoft.com/office/officeart/2005/8/layout/hProcess3"/>
    <dgm:cxn modelId="{74E903A9-6D84-4055-8675-7E5480C70968}" type="presParOf" srcId="{13F20361-0B74-4E1C-A823-CFAAC8D22A2F}" destId="{2B67E308-A5AE-4F1A-8D89-698324A316C0}" srcOrd="3" destOrd="0" presId="urn:microsoft.com/office/officeart/2005/8/layout/hProcess3"/>
    <dgm:cxn modelId="{927853D2-79A0-47BA-8A9E-094ADA62FBE6}" type="presParOf" srcId="{119088AF-8733-4900-9BC6-D25B77465FDA}" destId="{0185E2DC-2C6D-43A3-ADDD-1D8137FC538D}" srcOrd="10" destOrd="0" presId="urn:microsoft.com/office/officeart/2005/8/layout/hProcess3"/>
    <dgm:cxn modelId="{05CD72DB-1127-4113-A644-7EDAFE438396}" type="presParOf" srcId="{119088AF-8733-4900-9BC6-D25B77465FDA}" destId="{1B2A423E-D46C-47F9-B6C7-4FEBD7DE4945}" srcOrd="11" destOrd="0" presId="urn:microsoft.com/office/officeart/2005/8/layout/hProcess3"/>
    <dgm:cxn modelId="{CA71BB9D-B803-422D-A6AC-0824A27A3F1B}" type="presParOf" srcId="{1B2A423E-D46C-47F9-B6C7-4FEBD7DE4945}" destId="{F9ED3264-6D24-4533-9301-6DF4E3F59199}" srcOrd="0" destOrd="0" presId="urn:microsoft.com/office/officeart/2005/8/layout/hProcess3"/>
    <dgm:cxn modelId="{17B43700-A2E0-49CA-8ADA-756D3294759C}" type="presParOf" srcId="{1B2A423E-D46C-47F9-B6C7-4FEBD7DE4945}" destId="{DA8C9BF5-8FCB-4D3A-83EE-4E566A317163}" srcOrd="1" destOrd="0" presId="urn:microsoft.com/office/officeart/2005/8/layout/hProcess3"/>
    <dgm:cxn modelId="{5DE2AEFE-4C66-486F-B851-039097746B1A}" type="presParOf" srcId="{1B2A423E-D46C-47F9-B6C7-4FEBD7DE4945}" destId="{5CE9E4F7-1AF6-4C9B-9607-0E6CDFDBB517}" srcOrd="2" destOrd="0" presId="urn:microsoft.com/office/officeart/2005/8/layout/hProcess3"/>
    <dgm:cxn modelId="{B18C4A29-5A73-414D-928B-255A6D46C67E}" type="presParOf" srcId="{1B2A423E-D46C-47F9-B6C7-4FEBD7DE4945}" destId="{D79D8457-6A81-46D6-A2D9-ED02F64B80A0}" srcOrd="3" destOrd="0" presId="urn:microsoft.com/office/officeart/2005/8/layout/hProcess3"/>
    <dgm:cxn modelId="{426EEA67-E212-4E22-B06D-165EBCABF8AA}" type="presParOf" srcId="{119088AF-8733-4900-9BC6-D25B77465FDA}" destId="{1480182C-720A-45AE-949A-794B47E45365}" srcOrd="12" destOrd="0" presId="urn:microsoft.com/office/officeart/2005/8/layout/hProcess3"/>
    <dgm:cxn modelId="{08A21C8A-577A-4575-A9E8-06F70282F7DD}" type="presParOf" srcId="{119088AF-8733-4900-9BC6-D25B77465FDA}" destId="{9EFB7C7F-90DC-47DE-9DC3-0D5D702D82EC}" srcOrd="13" destOrd="0" presId="urn:microsoft.com/office/officeart/2005/8/layout/hProcess3"/>
    <dgm:cxn modelId="{7AC92748-1FFD-44E3-B962-780A8ACF912B}" type="presParOf" srcId="{9EFB7C7F-90DC-47DE-9DC3-0D5D702D82EC}" destId="{C418501E-8C79-4655-AFDA-BC4C11254D62}" srcOrd="0" destOrd="0" presId="urn:microsoft.com/office/officeart/2005/8/layout/hProcess3"/>
    <dgm:cxn modelId="{0D9988E5-2915-4932-9825-B88603F2B2A6}" type="presParOf" srcId="{9EFB7C7F-90DC-47DE-9DC3-0D5D702D82EC}" destId="{ACAF51EE-339E-4E91-83C4-F4F0FED286A1}" srcOrd="1" destOrd="0" presId="urn:microsoft.com/office/officeart/2005/8/layout/hProcess3"/>
    <dgm:cxn modelId="{BD1B19C1-E729-43AF-9C1A-AB41ADE02627}" type="presParOf" srcId="{9EFB7C7F-90DC-47DE-9DC3-0D5D702D82EC}" destId="{451AA9EF-91C9-4571-B437-72AE13950EF5}" srcOrd="2" destOrd="0" presId="urn:microsoft.com/office/officeart/2005/8/layout/hProcess3"/>
    <dgm:cxn modelId="{9D372B2A-37E7-494E-8222-6D2ABD043177}" type="presParOf" srcId="{9EFB7C7F-90DC-47DE-9DC3-0D5D702D82EC}" destId="{C3E95A5A-56EF-4B31-8907-79F9FC073AF4}" srcOrd="3" destOrd="0" presId="urn:microsoft.com/office/officeart/2005/8/layout/hProcess3"/>
    <dgm:cxn modelId="{25ADE7D8-A213-4D1D-93D0-F5CE068CE119}" type="presParOf" srcId="{119088AF-8733-4900-9BC6-D25B77465FDA}" destId="{C92B9452-433A-4D1F-9C9C-7BA3729A2C1B}" srcOrd="14" destOrd="0" presId="urn:microsoft.com/office/officeart/2005/8/layout/hProcess3"/>
    <dgm:cxn modelId="{B9170F11-2D67-496F-A722-16EF84B2C27A}" type="presParOf" srcId="{119088AF-8733-4900-9BC6-D25B77465FDA}" destId="{1284444E-41D8-4C10-BC29-0B742400CD08}" srcOrd="15" destOrd="0" presId="urn:microsoft.com/office/officeart/2005/8/layout/hProcess3"/>
    <dgm:cxn modelId="{74088174-D47B-414D-BC8E-CE1F87AA3780}" type="presParOf" srcId="{1284444E-41D8-4C10-BC29-0B742400CD08}" destId="{B7F856E4-3A67-4E04-8BD3-A460E0B3AC5A}" srcOrd="0" destOrd="0" presId="urn:microsoft.com/office/officeart/2005/8/layout/hProcess3"/>
    <dgm:cxn modelId="{7C2DE521-D7AA-4BA7-9FA1-B04132DB44DE}" type="presParOf" srcId="{1284444E-41D8-4C10-BC29-0B742400CD08}" destId="{C12F6F01-EE3B-4A9A-8953-4E8A9E8E41A9}" srcOrd="1" destOrd="0" presId="urn:microsoft.com/office/officeart/2005/8/layout/hProcess3"/>
    <dgm:cxn modelId="{2983F706-8099-40BA-B254-F81A00823686}" type="presParOf" srcId="{1284444E-41D8-4C10-BC29-0B742400CD08}" destId="{4DB69A0D-6EB1-47E4-8FE7-43AEDCA99B55}" srcOrd="2" destOrd="0" presId="urn:microsoft.com/office/officeart/2005/8/layout/hProcess3"/>
    <dgm:cxn modelId="{E63198BC-36E2-45FC-AFE8-34A0D99FBD43}" type="presParOf" srcId="{1284444E-41D8-4C10-BC29-0B742400CD08}" destId="{0B81CDC2-3EBC-4055-A3D7-07DA5FF1BAF6}" srcOrd="3" destOrd="0" presId="urn:microsoft.com/office/officeart/2005/8/layout/hProcess3"/>
    <dgm:cxn modelId="{1F62D64D-A0CB-477D-A945-D6F9B03D7942}" type="presParOf" srcId="{119088AF-8733-4900-9BC6-D25B77465FDA}" destId="{A35B8856-14D2-435F-AF35-6A8E92DD0045}" srcOrd="16" destOrd="0" presId="urn:microsoft.com/office/officeart/2005/8/layout/hProcess3"/>
    <dgm:cxn modelId="{A0C338A5-3C82-4DB2-986E-E5F0D9DF2EE8}" type="presParOf" srcId="{119088AF-8733-4900-9BC6-D25B77465FDA}" destId="{7A564B68-2DFC-4E36-BE0B-DD19CAA1ADAC}" srcOrd="17" destOrd="0" presId="urn:microsoft.com/office/officeart/2005/8/layout/hProcess3"/>
    <dgm:cxn modelId="{01EAA119-9F57-4FF8-8109-91FF61D34C25}" type="presParOf" srcId="{7A564B68-2DFC-4E36-BE0B-DD19CAA1ADAC}" destId="{24AE58C2-1D4A-4605-A694-C004D3191689}" srcOrd="0" destOrd="0" presId="urn:microsoft.com/office/officeart/2005/8/layout/hProcess3"/>
    <dgm:cxn modelId="{16E16484-A66B-45BE-9CEF-66EEA0E20852}" type="presParOf" srcId="{7A564B68-2DFC-4E36-BE0B-DD19CAA1ADAC}" destId="{3BC29D60-D75C-4B13-9A89-B6260CCEB063}" srcOrd="1" destOrd="0" presId="urn:microsoft.com/office/officeart/2005/8/layout/hProcess3"/>
    <dgm:cxn modelId="{16968CEF-EF11-489B-8ECE-3D871A21EB56}" type="presParOf" srcId="{7A564B68-2DFC-4E36-BE0B-DD19CAA1ADAC}" destId="{7953192A-9BBE-437C-BA4D-C5C8FE764FE9}" srcOrd="2" destOrd="0" presId="urn:microsoft.com/office/officeart/2005/8/layout/hProcess3"/>
    <dgm:cxn modelId="{0897A168-24BD-4D27-89F2-2139BCBFDE2C}" type="presParOf" srcId="{7A564B68-2DFC-4E36-BE0B-DD19CAA1ADAC}" destId="{D81DCD94-0128-4050-8F63-17FFC5E02EDE}" srcOrd="3" destOrd="0" presId="urn:microsoft.com/office/officeart/2005/8/layout/hProcess3"/>
    <dgm:cxn modelId="{006A086A-DCAD-4C11-B7CB-1298BA67285B}" type="presParOf" srcId="{119088AF-8733-4900-9BC6-D25B77465FDA}" destId="{9DCD0742-FACE-4A65-9F64-21C2BCFE8B05}" srcOrd="18" destOrd="0" presId="urn:microsoft.com/office/officeart/2005/8/layout/hProcess3"/>
    <dgm:cxn modelId="{1E92B738-1E0A-4B1B-9AD7-719798E51E7C}" type="presParOf" srcId="{119088AF-8733-4900-9BC6-D25B77465FDA}" destId="{691A5836-6BFE-453B-AA50-55B2BEDA65B1}" srcOrd="19" destOrd="0" presId="urn:microsoft.com/office/officeart/2005/8/layout/hProcess3"/>
    <dgm:cxn modelId="{4A4365B1-18CD-4A1F-A0C9-3DF20D39C2CE}" type="presParOf" srcId="{691A5836-6BFE-453B-AA50-55B2BEDA65B1}" destId="{E3F50022-D750-4BE7-8225-436BEA00B26F}" srcOrd="0" destOrd="0" presId="urn:microsoft.com/office/officeart/2005/8/layout/hProcess3"/>
    <dgm:cxn modelId="{585988D2-54F9-4147-B834-C1B126E97404}" type="presParOf" srcId="{691A5836-6BFE-453B-AA50-55B2BEDA65B1}" destId="{B2A20757-9277-499C-B34F-4AB3E5008CE2}" srcOrd="1" destOrd="0" presId="urn:microsoft.com/office/officeart/2005/8/layout/hProcess3"/>
    <dgm:cxn modelId="{9AF68A82-7240-4DAF-8B6B-325437BC38B1}" type="presParOf" srcId="{691A5836-6BFE-453B-AA50-55B2BEDA65B1}" destId="{FF36F16F-01FB-4754-A053-150C38F0C1B1}" srcOrd="2" destOrd="0" presId="urn:microsoft.com/office/officeart/2005/8/layout/hProcess3"/>
    <dgm:cxn modelId="{189E41CA-10CF-421D-B391-8852AF9CF440}" type="presParOf" srcId="{691A5836-6BFE-453B-AA50-55B2BEDA65B1}" destId="{5F704920-309E-4521-8124-3BE92F1790D3}" srcOrd="3" destOrd="0" presId="urn:microsoft.com/office/officeart/2005/8/layout/hProcess3"/>
    <dgm:cxn modelId="{87E6B357-90F6-44F2-9DDB-4A6762C01782}" type="presParOf" srcId="{119088AF-8733-4900-9BC6-D25B77465FDA}" destId="{F7C89F65-C438-432D-B819-3A7083FF47F1}" srcOrd="20" destOrd="0" presId="urn:microsoft.com/office/officeart/2005/8/layout/hProcess3"/>
    <dgm:cxn modelId="{0BCF961B-3927-4D6A-9094-A3B1DDFA005D}" type="presParOf" srcId="{119088AF-8733-4900-9BC6-D25B77465FDA}" destId="{88EA487C-0001-4B1D-9CB3-3B7F47D3BE11}" srcOrd="21" destOrd="0" presId="urn:microsoft.com/office/officeart/2005/8/layout/hProcess3"/>
    <dgm:cxn modelId="{E4FF9D26-2AAA-4E40-B438-64D9E05F771C}" type="presParOf" srcId="{88EA487C-0001-4B1D-9CB3-3B7F47D3BE11}" destId="{A7A2F25D-27CC-4BE9-B4FC-422842CAB03E}" srcOrd="0" destOrd="0" presId="urn:microsoft.com/office/officeart/2005/8/layout/hProcess3"/>
    <dgm:cxn modelId="{8D1C0932-9B52-4B9F-B447-3EA851DACE13}" type="presParOf" srcId="{88EA487C-0001-4B1D-9CB3-3B7F47D3BE11}" destId="{08B9B0F0-D74D-4064-A539-BE62B4AF30D4}" srcOrd="1" destOrd="0" presId="urn:microsoft.com/office/officeart/2005/8/layout/hProcess3"/>
    <dgm:cxn modelId="{17EA79D9-9D66-4EC2-91DE-697888229BF9}" type="presParOf" srcId="{88EA487C-0001-4B1D-9CB3-3B7F47D3BE11}" destId="{9CEC7A7D-7E71-4A56-91EE-99F7ABB9972F}" srcOrd="2" destOrd="0" presId="urn:microsoft.com/office/officeart/2005/8/layout/hProcess3"/>
    <dgm:cxn modelId="{0E389906-5156-43FD-B24C-2E4C96BC075F}" type="presParOf" srcId="{88EA487C-0001-4B1D-9CB3-3B7F47D3BE11}" destId="{8E576ABE-E858-43F2-B2A7-978CF5401ABE}" srcOrd="3" destOrd="0" presId="urn:microsoft.com/office/officeart/2005/8/layout/hProcess3"/>
    <dgm:cxn modelId="{8D425110-C787-431E-B786-59B7B23CFAD7}" type="presParOf" srcId="{119088AF-8733-4900-9BC6-D25B77465FDA}" destId="{A97B240E-32A6-420E-8126-D44580A7EF52}" srcOrd="22" destOrd="0" presId="urn:microsoft.com/office/officeart/2005/8/layout/hProcess3"/>
    <dgm:cxn modelId="{A0E6E6E6-62E8-4443-96AE-6DEBD6CFF9BB}" type="presParOf" srcId="{119088AF-8733-4900-9BC6-D25B77465FDA}" destId="{1E79C827-0AC2-4C2D-874A-2515355958CD}" srcOrd="23" destOrd="0" presId="urn:microsoft.com/office/officeart/2005/8/layout/hProcess3"/>
    <dgm:cxn modelId="{A1B5C207-4AB6-43E9-A9E5-58C195820F7C}" type="presParOf" srcId="{1E79C827-0AC2-4C2D-874A-2515355958CD}" destId="{11D6CA0E-4EFE-4271-A731-37378F315FE6}" srcOrd="0" destOrd="0" presId="urn:microsoft.com/office/officeart/2005/8/layout/hProcess3"/>
    <dgm:cxn modelId="{A4811471-74E6-4CE6-8B2C-0421BED7125D}" type="presParOf" srcId="{1E79C827-0AC2-4C2D-874A-2515355958CD}" destId="{9737A517-38FB-4F95-B5E3-30A6FBFD231D}" srcOrd="1" destOrd="0" presId="urn:microsoft.com/office/officeart/2005/8/layout/hProcess3"/>
    <dgm:cxn modelId="{B2A632F4-FD45-4BFA-861B-433111A5E6AE}" type="presParOf" srcId="{1E79C827-0AC2-4C2D-874A-2515355958CD}" destId="{92FDC332-C53A-4CF4-BE7D-918C6F2537A0}" srcOrd="2" destOrd="0" presId="urn:microsoft.com/office/officeart/2005/8/layout/hProcess3"/>
    <dgm:cxn modelId="{A50E81D7-4AF3-4678-9946-0CE57B8545E3}" type="presParOf" srcId="{1E79C827-0AC2-4C2D-874A-2515355958CD}" destId="{4C0F91AE-D3FE-4CEF-B022-07C30832EB36}" srcOrd="3" destOrd="0" presId="urn:microsoft.com/office/officeart/2005/8/layout/hProcess3"/>
    <dgm:cxn modelId="{61F04B44-7627-491C-994B-00C094F3D699}" type="presParOf" srcId="{119088AF-8733-4900-9BC6-D25B77465FDA}" destId="{73F81E1F-D701-45EA-8A5F-22EDEB2F75A8}" srcOrd="24" destOrd="0" presId="urn:microsoft.com/office/officeart/2005/8/layout/hProcess3"/>
    <dgm:cxn modelId="{3A85F125-DCAC-4EB2-A772-A4D34D6F727A}" type="presParOf" srcId="{119088AF-8733-4900-9BC6-D25B77465FDA}" destId="{C050B278-9381-4AA2-AF9F-8E7C359F40C5}" srcOrd="25" destOrd="0" presId="urn:microsoft.com/office/officeart/2005/8/layout/hProcess3"/>
    <dgm:cxn modelId="{97750FAF-1CA1-4D30-B01C-7633C3AEDD95}" type="presParOf" srcId="{119088AF-8733-4900-9BC6-D25B77465FDA}" destId="{D524FFA0-C0AD-4F52-9B1A-0EF87ABA560A}" srcOrd="26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24FFA0-C0AD-4F52-9B1A-0EF87ABA560A}">
      <dsp:nvSpPr>
        <dsp:cNvPr id="0" name=""/>
        <dsp:cNvSpPr/>
      </dsp:nvSpPr>
      <dsp:spPr>
        <a:xfrm>
          <a:off x="0" y="447365"/>
          <a:ext cx="12192000" cy="936000"/>
        </a:xfrm>
        <a:prstGeom prst="rightArrow">
          <a:avLst/>
        </a:prstGeom>
        <a:solidFill>
          <a:schemeClr val="bg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37A517-38FB-4F95-B5E3-30A6FBFD231D}">
      <dsp:nvSpPr>
        <dsp:cNvPr id="0" name=""/>
        <dsp:cNvSpPr/>
      </dsp:nvSpPr>
      <dsp:spPr>
        <a:xfrm>
          <a:off x="10976782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Heinäkuu</a:t>
          </a:r>
        </a:p>
      </dsp:txBody>
      <dsp:txXfrm>
        <a:off x="10976782" y="681365"/>
        <a:ext cx="757535" cy="468000"/>
      </dsp:txXfrm>
    </dsp:sp>
    <dsp:sp modelId="{08B9B0F0-D74D-4064-A539-BE62B4AF30D4}">
      <dsp:nvSpPr>
        <dsp:cNvPr id="0" name=""/>
        <dsp:cNvSpPr/>
      </dsp:nvSpPr>
      <dsp:spPr>
        <a:xfrm>
          <a:off x="10067740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Kesäkuu</a:t>
          </a:r>
        </a:p>
      </dsp:txBody>
      <dsp:txXfrm>
        <a:off x="10067740" y="681365"/>
        <a:ext cx="757535" cy="468000"/>
      </dsp:txXfrm>
    </dsp:sp>
    <dsp:sp modelId="{B2A20757-9277-499C-B34F-4AB3E5008CE2}">
      <dsp:nvSpPr>
        <dsp:cNvPr id="0" name=""/>
        <dsp:cNvSpPr/>
      </dsp:nvSpPr>
      <dsp:spPr>
        <a:xfrm>
          <a:off x="9158697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Toukokuu</a:t>
          </a:r>
        </a:p>
      </dsp:txBody>
      <dsp:txXfrm>
        <a:off x="9158697" y="681365"/>
        <a:ext cx="757535" cy="468000"/>
      </dsp:txXfrm>
    </dsp:sp>
    <dsp:sp modelId="{3BC29D60-D75C-4B13-9A89-B6260CCEB063}">
      <dsp:nvSpPr>
        <dsp:cNvPr id="0" name=""/>
        <dsp:cNvSpPr/>
      </dsp:nvSpPr>
      <dsp:spPr>
        <a:xfrm>
          <a:off x="8249655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Huhtikuu</a:t>
          </a:r>
        </a:p>
      </dsp:txBody>
      <dsp:txXfrm>
        <a:off x="8249655" y="681365"/>
        <a:ext cx="757535" cy="468000"/>
      </dsp:txXfrm>
    </dsp:sp>
    <dsp:sp modelId="{C12F6F01-EE3B-4A9A-8953-4E8A9E8E41A9}">
      <dsp:nvSpPr>
        <dsp:cNvPr id="0" name=""/>
        <dsp:cNvSpPr/>
      </dsp:nvSpPr>
      <dsp:spPr>
        <a:xfrm>
          <a:off x="7202348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Maaliskuu</a:t>
          </a:r>
        </a:p>
      </dsp:txBody>
      <dsp:txXfrm>
        <a:off x="7202348" y="681365"/>
        <a:ext cx="757535" cy="468000"/>
      </dsp:txXfrm>
    </dsp:sp>
    <dsp:sp modelId="{ACAF51EE-339E-4E91-83C4-F4F0FED286A1}">
      <dsp:nvSpPr>
        <dsp:cNvPr id="0" name=""/>
        <dsp:cNvSpPr/>
      </dsp:nvSpPr>
      <dsp:spPr>
        <a:xfrm>
          <a:off x="6186948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Helmikuu</a:t>
          </a:r>
        </a:p>
      </dsp:txBody>
      <dsp:txXfrm>
        <a:off x="6186948" y="681365"/>
        <a:ext cx="757535" cy="468000"/>
      </dsp:txXfrm>
    </dsp:sp>
    <dsp:sp modelId="{DA8C9BF5-8FCB-4D3A-83EE-4E566A317163}">
      <dsp:nvSpPr>
        <dsp:cNvPr id="0" name=""/>
        <dsp:cNvSpPr/>
      </dsp:nvSpPr>
      <dsp:spPr>
        <a:xfrm>
          <a:off x="5118369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Tammikuu</a:t>
          </a:r>
        </a:p>
      </dsp:txBody>
      <dsp:txXfrm>
        <a:off x="5118369" y="681365"/>
        <a:ext cx="757535" cy="468000"/>
      </dsp:txXfrm>
    </dsp:sp>
    <dsp:sp modelId="{1B464ED2-F23F-433B-87C9-4625A934A90B}">
      <dsp:nvSpPr>
        <dsp:cNvPr id="0" name=""/>
        <dsp:cNvSpPr/>
      </dsp:nvSpPr>
      <dsp:spPr>
        <a:xfrm>
          <a:off x="3946007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Joulukuu</a:t>
          </a:r>
        </a:p>
      </dsp:txBody>
      <dsp:txXfrm>
        <a:off x="3946007" y="681365"/>
        <a:ext cx="757535" cy="468000"/>
      </dsp:txXfrm>
    </dsp:sp>
    <dsp:sp modelId="{11DE7E1D-D323-48BD-987D-BFFD49C26F94}">
      <dsp:nvSpPr>
        <dsp:cNvPr id="0" name=""/>
        <dsp:cNvSpPr/>
      </dsp:nvSpPr>
      <dsp:spPr>
        <a:xfrm>
          <a:off x="3002944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Marraskuu</a:t>
          </a:r>
        </a:p>
      </dsp:txBody>
      <dsp:txXfrm>
        <a:off x="3002944" y="681365"/>
        <a:ext cx="757535" cy="468000"/>
      </dsp:txXfrm>
    </dsp:sp>
    <dsp:sp modelId="{D6236C0E-6CA8-4543-872D-995ACA640C13}">
      <dsp:nvSpPr>
        <dsp:cNvPr id="0" name=""/>
        <dsp:cNvSpPr/>
      </dsp:nvSpPr>
      <dsp:spPr>
        <a:xfrm>
          <a:off x="2000422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Lokakuu</a:t>
          </a:r>
        </a:p>
      </dsp:txBody>
      <dsp:txXfrm>
        <a:off x="2000422" y="681365"/>
        <a:ext cx="757535" cy="468000"/>
      </dsp:txXfrm>
    </dsp:sp>
    <dsp:sp modelId="{191148E4-6401-4245-90DD-D1A48F8CC76C}">
      <dsp:nvSpPr>
        <dsp:cNvPr id="0" name=""/>
        <dsp:cNvSpPr/>
      </dsp:nvSpPr>
      <dsp:spPr>
        <a:xfrm>
          <a:off x="1088153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Syyskuu</a:t>
          </a:r>
        </a:p>
      </dsp:txBody>
      <dsp:txXfrm>
        <a:off x="1088153" y="681365"/>
        <a:ext cx="757535" cy="468000"/>
      </dsp:txXfrm>
    </dsp:sp>
    <dsp:sp modelId="{2EF879C0-59A9-449B-B594-3FD893AAB5E6}">
      <dsp:nvSpPr>
        <dsp:cNvPr id="0" name=""/>
        <dsp:cNvSpPr/>
      </dsp:nvSpPr>
      <dsp:spPr>
        <a:xfrm>
          <a:off x="258106" y="681365"/>
          <a:ext cx="757535" cy="46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2080" rIns="0" bIns="13208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i-FI" sz="1300" kern="1200">
              <a:solidFill>
                <a:schemeClr val="bg1"/>
              </a:solidFill>
            </a:rPr>
            <a:t>Elokuu</a:t>
          </a:r>
        </a:p>
      </dsp:txBody>
      <dsp:txXfrm>
        <a:off x="258106" y="681365"/>
        <a:ext cx="757535" cy="468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3FCA09-BCF9-AA44-A693-761A41A37F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39871-4E59-F94C-B01E-0302571FB6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7761E-1A28-0A4D-9D1D-F7F3C0515D11}" type="datetimeFigureOut">
              <a:rPr lang="fi-FI" smtClean="0"/>
              <a:t>27.3.2026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3EEBA-A493-D647-AA90-C2CBB15989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23ACC-02EE-DE4C-B89D-F60915EA90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92FBE-3463-4444-9B13-DF094845565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2623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B08FA7-FEF7-C542-858B-A83278F993F1}" type="datetimeFigureOut">
              <a:rPr lang="fi-FI" smtClean="0"/>
              <a:t>27.3.2026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278DF-EE67-3A4E-A99E-FD6AD916B0A6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5573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0F31F-72E7-4052-91DD-C06DF252B949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275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278DF-EE67-3A4E-A99E-FD6AD916B0A6}" type="slidenum">
              <a:rPr lang="fi-FI" smtClean="0"/>
              <a:t>13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0836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278DF-EE67-3A4E-A99E-FD6AD916B0A6}" type="slidenum">
              <a:rPr lang="fi-FI" smtClean="0"/>
              <a:t>25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8102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blu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65DA948-67AA-7942-A817-FA6AD3111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32" y="130"/>
            <a:ext cx="12191536" cy="6857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0E6D67-4CD3-9848-A7C6-D04F769166CE}"/>
              </a:ext>
            </a:extLst>
          </p:cNvPr>
          <p:cNvSpPr/>
          <p:nvPr userDrawn="1"/>
        </p:nvSpPr>
        <p:spPr>
          <a:xfrm>
            <a:off x="-1" y="0"/>
            <a:ext cx="417443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3740822" y="838199"/>
            <a:ext cx="7667911" cy="5181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617" y="1073425"/>
            <a:ext cx="6974461" cy="2710767"/>
          </a:xfrm>
        </p:spPr>
        <p:txBody>
          <a:bodyPr anchor="b" anchorCtr="0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30C2C-B434-9C40-A1DB-B87327095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616" y="4133772"/>
            <a:ext cx="6974461" cy="135790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34D0B-FAA3-E744-A979-B57103F37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67" y="2365513"/>
            <a:ext cx="2227296" cy="167047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E58A3-EC6F-3243-A62A-24F2F7475C39}"/>
              </a:ext>
            </a:extLst>
          </p:cNvPr>
          <p:cNvCxnSpPr/>
          <p:nvPr userDrawn="1"/>
        </p:nvCxnSpPr>
        <p:spPr>
          <a:xfrm>
            <a:off x="4279476" y="3949442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58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fuchsi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F39DE08-35C3-654F-937F-00C0091FD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32" y="130"/>
            <a:ext cx="12191536" cy="6857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0E6D67-4CD3-9848-A7C6-D04F769166CE}"/>
              </a:ext>
            </a:extLst>
          </p:cNvPr>
          <p:cNvSpPr/>
          <p:nvPr userDrawn="1"/>
        </p:nvSpPr>
        <p:spPr>
          <a:xfrm>
            <a:off x="-1" y="0"/>
            <a:ext cx="417443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3740822" y="838199"/>
            <a:ext cx="7667911" cy="5181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617" y="1073425"/>
            <a:ext cx="6974461" cy="2710767"/>
          </a:xfrm>
        </p:spPr>
        <p:txBody>
          <a:bodyPr anchor="b" anchorCtr="0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30C2C-B434-9C40-A1DB-B87327095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616" y="4133772"/>
            <a:ext cx="6974461" cy="135790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34D0B-FAA3-E744-A979-B57103F37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67" y="2365513"/>
            <a:ext cx="2227296" cy="167047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E58A3-EC6F-3243-A62A-24F2F7475C39}"/>
              </a:ext>
            </a:extLst>
          </p:cNvPr>
          <p:cNvCxnSpPr/>
          <p:nvPr userDrawn="1"/>
        </p:nvCxnSpPr>
        <p:spPr>
          <a:xfrm>
            <a:off x="4279476" y="3949442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83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AFD52B3-7C3D-EC45-AAD7-FEEDE130B8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32" y="130"/>
            <a:ext cx="12191536" cy="68577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0E6D67-4CD3-9848-A7C6-D04F769166CE}"/>
              </a:ext>
            </a:extLst>
          </p:cNvPr>
          <p:cNvSpPr/>
          <p:nvPr userDrawn="1"/>
        </p:nvSpPr>
        <p:spPr>
          <a:xfrm>
            <a:off x="-1" y="0"/>
            <a:ext cx="417443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3740822" y="838199"/>
            <a:ext cx="7667911" cy="5181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617" y="1073425"/>
            <a:ext cx="6974461" cy="2710767"/>
          </a:xfrm>
        </p:spPr>
        <p:txBody>
          <a:bodyPr anchor="b" anchorCtr="0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30C2C-B434-9C40-A1DB-B87327095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0616" y="4133772"/>
            <a:ext cx="6974461" cy="135790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34D0B-FAA3-E744-A979-B57103F37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267" y="2365513"/>
            <a:ext cx="2227296" cy="167047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E58A3-EC6F-3243-A62A-24F2F7475C39}"/>
              </a:ext>
            </a:extLst>
          </p:cNvPr>
          <p:cNvCxnSpPr/>
          <p:nvPr userDrawn="1"/>
        </p:nvCxnSpPr>
        <p:spPr>
          <a:xfrm>
            <a:off x="4279476" y="3949442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66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 slide blu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041175-01DF-0749-A6F8-5D7F2314D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546935" y="2548327"/>
            <a:ext cx="5644524" cy="4309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0E6D67-4CD3-9848-A7C6-D04F769166CE}"/>
              </a:ext>
            </a:extLst>
          </p:cNvPr>
          <p:cNvSpPr/>
          <p:nvPr userDrawn="1"/>
        </p:nvSpPr>
        <p:spPr>
          <a:xfrm>
            <a:off x="-5384" y="0"/>
            <a:ext cx="4176000" cy="6858000"/>
          </a:xfrm>
          <a:prstGeom prst="rect">
            <a:avLst/>
          </a:prstGeom>
          <a:solidFill>
            <a:srgbClr val="006F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971118" y="838199"/>
            <a:ext cx="8013856" cy="5181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913" y="1594205"/>
            <a:ext cx="6855191" cy="2464334"/>
          </a:xfrm>
        </p:spPr>
        <p:txBody>
          <a:bodyPr anchor="b" anchorCtr="0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30C2C-B434-9C40-A1DB-B87327095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912" y="4583783"/>
            <a:ext cx="6855191" cy="104894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E58A3-EC6F-3243-A62A-24F2F7475C39}"/>
              </a:ext>
            </a:extLst>
          </p:cNvPr>
          <p:cNvCxnSpPr/>
          <p:nvPr userDrawn="1"/>
        </p:nvCxnSpPr>
        <p:spPr>
          <a:xfrm>
            <a:off x="1509772" y="4347006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305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 slide fuchsi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7041175-01DF-0749-A6F8-5D7F2314D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546935" y="2548327"/>
            <a:ext cx="5644524" cy="4309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0E6D67-4CD3-9848-A7C6-D04F769166CE}"/>
              </a:ext>
            </a:extLst>
          </p:cNvPr>
          <p:cNvSpPr/>
          <p:nvPr userDrawn="1"/>
        </p:nvSpPr>
        <p:spPr>
          <a:xfrm>
            <a:off x="-5384" y="0"/>
            <a:ext cx="417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971118" y="838199"/>
            <a:ext cx="8013856" cy="5181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913" y="1594205"/>
            <a:ext cx="6855191" cy="2464334"/>
          </a:xfrm>
        </p:spPr>
        <p:txBody>
          <a:bodyPr anchor="b" anchorCtr="0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30C2C-B434-9C40-A1DB-B87327095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912" y="4583783"/>
            <a:ext cx="6855191" cy="104894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E58A3-EC6F-3243-A62A-24F2F7475C39}"/>
              </a:ext>
            </a:extLst>
          </p:cNvPr>
          <p:cNvCxnSpPr/>
          <p:nvPr userDrawn="1"/>
        </p:nvCxnSpPr>
        <p:spPr>
          <a:xfrm>
            <a:off x="1509772" y="4347006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0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 slide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0744B4-F65B-1B44-9038-029E39F2C3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546935" y="2548327"/>
            <a:ext cx="5644524" cy="4309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0E6D67-4CD3-9848-A7C6-D04F769166CE}"/>
              </a:ext>
            </a:extLst>
          </p:cNvPr>
          <p:cNvSpPr/>
          <p:nvPr userDrawn="1"/>
        </p:nvSpPr>
        <p:spPr>
          <a:xfrm>
            <a:off x="-5384" y="0"/>
            <a:ext cx="417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971118" y="838199"/>
            <a:ext cx="8013856" cy="5181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913" y="1594205"/>
            <a:ext cx="6855191" cy="2464334"/>
          </a:xfrm>
        </p:spPr>
        <p:txBody>
          <a:bodyPr anchor="b" anchorCtr="0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30C2C-B434-9C40-A1DB-B87327095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912" y="4583783"/>
            <a:ext cx="6855191" cy="104894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0E58A3-EC6F-3243-A62A-24F2F7475C39}"/>
              </a:ext>
            </a:extLst>
          </p:cNvPr>
          <p:cNvCxnSpPr/>
          <p:nvPr userDrawn="1"/>
        </p:nvCxnSpPr>
        <p:spPr>
          <a:xfrm>
            <a:off x="1509772" y="4347006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65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F351-F279-D34C-B73F-47AD85C2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0001"/>
            <a:ext cx="10008000" cy="1080000"/>
          </a:xfrm>
        </p:spPr>
        <p:txBody>
          <a:bodyPr anchor="ctr" anchorCtr="0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57CE-3704-2D40-A29D-3EC7C516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000"/>
            <a:ext cx="10515600" cy="4351338"/>
          </a:xfrm>
        </p:spPr>
        <p:txBody>
          <a:bodyPr/>
          <a:lstStyle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>
              <a:defRPr/>
            </a:lvl3pPr>
            <a:lvl4pPr marL="1080000" indent="-180000">
              <a:defRPr/>
            </a:lvl4pPr>
            <a:lvl5pPr marL="1440000" indent="-180000">
              <a:defRPr/>
            </a:lvl5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547FDFE-7871-E14B-A8C5-85843B6CF306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C3038-848F-6047-8778-384D84C4BCC5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31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0"/>
            <a:ext cx="10006977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5DEF-E95F-DE40-BF9A-7CC8F7E82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0000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54936-2C48-EF4D-BE03-4D839A4C2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00000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599A7E-5B09-0E46-8723-9791C8E0B2FF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47FB8E08-BEF0-9A49-B4E3-B5CDCFCD152E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4145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0"/>
            <a:ext cx="5748129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5DEF-E95F-DE40-BF9A-7CC8F7E82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0000"/>
            <a:ext cx="5748128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3FE531-A3EC-D74B-979E-CD859A13A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53200" y="0"/>
            <a:ext cx="5040000" cy="6858000"/>
          </a:xfrm>
        </p:spPr>
        <p:txBody>
          <a:bodyPr/>
          <a:lstStyle/>
          <a:p>
            <a:r>
              <a:rPr lang="fi-FI"/>
              <a:t>Picture 14 x 19,05 cm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42BA01-73DC-2341-AAC2-C93D7849E908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20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0"/>
            <a:ext cx="5748129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5DEF-E95F-DE40-BF9A-7CC8F7E82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0000"/>
            <a:ext cx="5748128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3FE531-A3EC-D74B-979E-CD859A13A1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53200" y="1"/>
            <a:ext cx="5040000" cy="3401999"/>
          </a:xfrm>
        </p:spPr>
        <p:txBody>
          <a:bodyPr/>
          <a:lstStyle/>
          <a:p>
            <a:r>
              <a:rPr lang="fi-FI"/>
              <a:t>Picture 14 x 9,45 cm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F32EC8C-2FC9-0644-8D4A-230E8335946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3200" y="3456001"/>
            <a:ext cx="5040000" cy="3401999"/>
          </a:xfrm>
        </p:spPr>
        <p:txBody>
          <a:bodyPr/>
          <a:lstStyle/>
          <a:p>
            <a:r>
              <a:rPr lang="fi-FI"/>
              <a:t>Picture 14 x 9,45 cm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70A98-917B-E94A-A347-7A78D51BEAF1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5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0"/>
            <a:ext cx="6994585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F32EC8C-2FC9-0644-8D4A-230E8335946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23199" y="2170888"/>
            <a:ext cx="3240000" cy="4680000"/>
          </a:xfrm>
        </p:spPr>
        <p:txBody>
          <a:bodyPr/>
          <a:lstStyle/>
          <a:p>
            <a:r>
              <a:rPr lang="fi-FI"/>
              <a:t>Picture 13 x 9 cm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517530D-EF4E-ED4D-807D-76B71D7F53A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218796" y="4014000"/>
            <a:ext cx="3960000" cy="2844000"/>
          </a:xfrm>
        </p:spPr>
        <p:txBody>
          <a:bodyPr/>
          <a:lstStyle/>
          <a:p>
            <a:r>
              <a:rPr lang="fi-FI"/>
              <a:t>Picture 7,9 x 11 cm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3A40F77-30E3-F14E-AA9F-1AAF854B49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18796" y="10887"/>
            <a:ext cx="3960000" cy="3960000"/>
          </a:xfrm>
        </p:spPr>
        <p:txBody>
          <a:bodyPr/>
          <a:lstStyle/>
          <a:p>
            <a:r>
              <a:rPr lang="fi-FI"/>
              <a:t>Picture 11 x 11 cm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8F7B6300-F9CF-DF4B-8CFB-074B0BBC40E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04854" y="2168489"/>
            <a:ext cx="2880000" cy="2880000"/>
          </a:xfrm>
        </p:spPr>
        <p:txBody>
          <a:bodyPr/>
          <a:lstStyle/>
          <a:p>
            <a:r>
              <a:rPr lang="fi-FI"/>
              <a:t>Picture 8 x 8 cm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9B7728-0409-3245-83D9-117A996A76EB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915C222-A377-214D-BE31-CB55610043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4771"/>
          <a:stretch/>
        </p:blipFill>
        <p:spPr>
          <a:xfrm flipH="1">
            <a:off x="4578" y="2548329"/>
            <a:ext cx="3681855" cy="43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26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99B0E9-81C8-1646-A462-B0AEE78C1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546935" y="2548327"/>
            <a:ext cx="5644524" cy="4309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B94915-7ACF-9F46-9F34-41B958C96D97}"/>
              </a:ext>
            </a:extLst>
          </p:cNvPr>
          <p:cNvSpPr/>
          <p:nvPr userDrawn="1"/>
        </p:nvSpPr>
        <p:spPr>
          <a:xfrm>
            <a:off x="6321669" y="3596054"/>
            <a:ext cx="1354016" cy="1028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0000"/>
            <a:ext cx="10008000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5DEF-E95F-DE40-BF9A-7CC8F7E82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0000"/>
            <a:ext cx="5748128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AF2E51-D43F-6D43-A8EC-7F56901229E0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C3AEF325-B307-CE4F-A769-BE53AB97EB60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90231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F819145-B287-CF4F-954B-C3E633BD79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734349 w 12192000"/>
              <a:gd name="connsiteY3" fmla="*/ 6858000 h 6858000"/>
              <a:gd name="connsiteX4" fmla="*/ 9734349 w 12192000"/>
              <a:gd name="connsiteY4" fmla="*/ 3763478 h 6858000"/>
              <a:gd name="connsiteX5" fmla="*/ 2457650 w 12192000"/>
              <a:gd name="connsiteY5" fmla="*/ 3763478 h 6858000"/>
              <a:gd name="connsiteX6" fmla="*/ 245765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734349" y="6858000"/>
                </a:lnTo>
                <a:lnTo>
                  <a:pt x="9734349" y="3763478"/>
                </a:lnTo>
                <a:lnTo>
                  <a:pt x="2457650" y="3763478"/>
                </a:lnTo>
                <a:lnTo>
                  <a:pt x="245765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i-FI"/>
              <a:t>Lisää kuva napsauttamalla kuvaketta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A514FA-1A2B-E446-8795-F1692C5A8C7A}"/>
              </a:ext>
            </a:extLst>
          </p:cNvPr>
          <p:cNvSpPr/>
          <p:nvPr userDrawn="1"/>
        </p:nvSpPr>
        <p:spPr>
          <a:xfrm>
            <a:off x="2178711" y="3429000"/>
            <a:ext cx="7961586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0398" y="3897428"/>
            <a:ext cx="7098212" cy="1190360"/>
          </a:xfrm>
          <a:noFill/>
        </p:spPr>
        <p:txBody>
          <a:bodyPr lIns="108000" tIns="180000" rIns="108000" bIns="108000">
            <a:normAutofit/>
          </a:bodyPr>
          <a:lstStyle>
            <a:lvl1pPr algn="ctr">
              <a:defRPr sz="4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5DEF-E95F-DE40-BF9A-7CC8F7E82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0398" y="5087788"/>
            <a:ext cx="7098212" cy="1770212"/>
          </a:xfrm>
          <a:noFill/>
        </p:spPr>
        <p:txBody>
          <a:bodyPr lIns="108000" tIns="180000" rIns="108000" bIns="108000"/>
          <a:lstStyle>
            <a:lvl1pPr algn="ctr">
              <a:defRPr/>
            </a:lvl1pPr>
          </a:lstStyle>
          <a:p>
            <a:pPr lvl="0"/>
            <a:r>
              <a:rPr lang="fi-FI"/>
              <a:t>Muokkaa tekstin perustyylejä napsauttamalla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7B80C7-9F65-FE49-9ABA-6E87F4E54621}"/>
              </a:ext>
            </a:extLst>
          </p:cNvPr>
          <p:cNvCxnSpPr/>
          <p:nvPr userDrawn="1"/>
        </p:nvCxnSpPr>
        <p:spPr>
          <a:xfrm>
            <a:off x="4559530" y="5093624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607CA9B5-AAF5-B24C-9764-B1F2C99903B8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46268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lis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C2F-6631-BD40-82EB-9C27956B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0"/>
            <a:ext cx="5748129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5DEF-E95F-DE40-BF9A-7CC8F7E82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0000"/>
            <a:ext cx="5748128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F91459-C3AB-0F4C-A295-1D28270128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152000" y="0"/>
            <a:ext cx="5040000" cy="6858000"/>
          </a:xfr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lIns="468000" tIns="720000" rIns="468000" bIns="360000"/>
          <a:lstStyle>
            <a:lvl1pPr>
              <a:spcAft>
                <a:spcPts val="600"/>
              </a:spcAft>
              <a:defRPr b="1">
                <a:solidFill>
                  <a:srgbClr val="006FBA"/>
                </a:solidFill>
              </a:defRPr>
            </a:lvl1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2CC685-3DE8-7542-8245-94BEEF8BA4F0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103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D08D-97CB-1D47-90D0-062227F8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0000"/>
            <a:ext cx="10005389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31D8C-85D3-F340-83E2-440FE28A8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855304"/>
            <a:ext cx="5148000" cy="819511"/>
          </a:xfrm>
          <a:solidFill>
            <a:srgbClr val="006FBA"/>
          </a:solidFill>
        </p:spPr>
        <p:txBody>
          <a:bodyPr lIns="216000" tIns="46800" rIns="216000"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6B45F-2C80-AD46-9EB6-B6B7F2608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674815"/>
            <a:ext cx="5148000" cy="35148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216000" tIns="216000" rIns="216000" bIns="216000"/>
          <a:lstStyle>
            <a:lvl1pPr>
              <a:defRPr sz="2000"/>
            </a:lvl1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E492A-4615-D441-AADE-6390673B4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9660" y="1855302"/>
            <a:ext cx="5148000" cy="819511"/>
          </a:xfrm>
          <a:solidFill>
            <a:srgbClr val="006FBA"/>
          </a:solidFill>
        </p:spPr>
        <p:txBody>
          <a:bodyPr lIns="216000" tIns="46800" rIns="216000"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8CD01-3ABE-1548-93D5-A63A1182B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9660" y="2674815"/>
            <a:ext cx="5148000" cy="35148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216000" tIns="216000" rIns="216000" bIns="216000"/>
          <a:lstStyle>
            <a:lvl1pPr>
              <a:defRPr sz="2000"/>
            </a:lvl1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2B3234-AB84-ED4A-95A7-7BAE919B86B7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>
            <a:extLst>
              <a:ext uri="{FF2B5EF4-FFF2-40B4-BE49-F238E27FC236}">
                <a16:creationId xmlns:a16="http://schemas.microsoft.com/office/drawing/2014/main" id="{1D5BF9FC-A2FA-514A-9130-4E018818D23E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648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D08D-97CB-1D47-90D0-062227F8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0000"/>
            <a:ext cx="10005389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31D8C-85D3-F340-83E2-440FE28A8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55304"/>
            <a:ext cx="3303239" cy="819511"/>
          </a:xfrm>
          <a:solidFill>
            <a:srgbClr val="006FBA"/>
          </a:solidFill>
        </p:spPr>
        <p:txBody>
          <a:bodyPr lIns="216000" tIns="46800" rIns="216000"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6B45F-2C80-AD46-9EB6-B6B7F2608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674815"/>
            <a:ext cx="3303238" cy="35148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216000" tIns="216000" rIns="216000" bIns="216000"/>
          <a:lstStyle>
            <a:lvl1pPr>
              <a:defRPr sz="2000"/>
            </a:lvl1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E492A-4615-D441-AADE-6390673B4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4381" y="1855304"/>
            <a:ext cx="3303239" cy="819511"/>
          </a:xfrm>
          <a:solidFill>
            <a:srgbClr val="006FBA"/>
          </a:solidFill>
        </p:spPr>
        <p:txBody>
          <a:bodyPr lIns="216000" tIns="46800" rIns="216000"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8CD01-3ABE-1548-93D5-A63A1182B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4381" y="2674817"/>
            <a:ext cx="3303239" cy="35148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216000" tIns="216000" rIns="216000" bIns="216000"/>
          <a:lstStyle>
            <a:lvl1pPr>
              <a:defRPr sz="2000"/>
            </a:lvl1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8E2AE8B-46BF-004B-984E-EC584F22AC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48973" y="1868556"/>
            <a:ext cx="3303239" cy="819511"/>
          </a:xfrm>
          <a:solidFill>
            <a:srgbClr val="006FBA"/>
          </a:solidFill>
        </p:spPr>
        <p:txBody>
          <a:bodyPr lIns="216000" tIns="46800" rIns="216000" anchor="ctr" anchorCtr="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480873B-13FF-1B43-88CE-B79A6165BB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48973" y="2688069"/>
            <a:ext cx="3303239" cy="35148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216000" tIns="216000" rIns="216000" bIns="216000"/>
          <a:lstStyle>
            <a:lvl1pPr>
              <a:defRPr sz="2000"/>
            </a:lvl1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06D498-2228-EF4B-AED8-147A98C960FA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8C3FD4FB-18CC-CF4A-9280-FE0F9989C888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79411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6410-B2FD-CA41-85A4-B55578A3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1"/>
            <a:ext cx="10006977" cy="1080000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E63B78-6F35-1F4B-81F0-F0569A58393A}"/>
              </a:ext>
            </a:extLst>
          </p:cNvPr>
          <p:cNvCxnSpPr/>
          <p:nvPr userDrawn="1"/>
        </p:nvCxnSpPr>
        <p:spPr>
          <a:xfrm>
            <a:off x="921181" y="1440000"/>
            <a:ext cx="2840637" cy="0"/>
          </a:xfrm>
          <a:prstGeom prst="line">
            <a:avLst/>
          </a:prstGeom>
          <a:ln w="19050">
            <a:solidFill>
              <a:srgbClr val="E443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6BBBD442-3EE7-CA4E-B123-9C92327FD3FA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775724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ECF9100C-A992-394B-BB23-DD8E4FA498B5}"/>
              </a:ext>
            </a:extLst>
          </p:cNvPr>
          <p:cNvSpPr/>
          <p:nvPr userDrawn="1"/>
        </p:nvSpPr>
        <p:spPr>
          <a:xfrm>
            <a:off x="10937941" y="360000"/>
            <a:ext cx="819438" cy="978470"/>
          </a:xfrm>
          <a:custGeom>
            <a:avLst/>
            <a:gdLst>
              <a:gd name="connsiteX0" fmla="*/ 477872 w 960011"/>
              <a:gd name="connsiteY0" fmla="*/ 651385 h 1146324"/>
              <a:gd name="connsiteX1" fmla="*/ 581695 w 960011"/>
              <a:gd name="connsiteY1" fmla="*/ 1042501 h 1146324"/>
              <a:gd name="connsiteX2" fmla="*/ 423827 w 960011"/>
              <a:gd name="connsiteY2" fmla="*/ 998412 h 1146324"/>
              <a:gd name="connsiteX3" fmla="*/ 856188 w 960011"/>
              <a:gd name="connsiteY3" fmla="*/ 547562 h 1146324"/>
              <a:gd name="connsiteX4" fmla="*/ 960011 w 960011"/>
              <a:gd name="connsiteY4" fmla="*/ 938678 h 1146324"/>
              <a:gd name="connsiteX5" fmla="*/ 802143 w 960011"/>
              <a:gd name="connsiteY5" fmla="*/ 894589 h 1146324"/>
              <a:gd name="connsiteX6" fmla="*/ 742409 w 960011"/>
              <a:gd name="connsiteY6" fmla="*/ 0 h 1146324"/>
              <a:gd name="connsiteX7" fmla="*/ 938678 w 960011"/>
              <a:gd name="connsiteY7" fmla="*/ 48356 h 1146324"/>
              <a:gd name="connsiteX8" fmla="*/ 738142 w 960011"/>
              <a:gd name="connsiteY8" fmla="*/ 102401 h 1146324"/>
              <a:gd name="connsiteX9" fmla="*/ 664186 w 960011"/>
              <a:gd name="connsiteY9" fmla="*/ 544717 h 1146324"/>
              <a:gd name="connsiteX10" fmla="*/ 557518 w 960011"/>
              <a:gd name="connsiteY10" fmla="*/ 150757 h 1146324"/>
              <a:gd name="connsiteX11" fmla="*/ 358404 w 960011"/>
              <a:gd name="connsiteY11" fmla="*/ 203380 h 1146324"/>
              <a:gd name="connsiteX12" fmla="*/ 203380 w 960011"/>
              <a:gd name="connsiteY12" fmla="*/ 1146324 h 1146324"/>
              <a:gd name="connsiteX13" fmla="*/ 0 w 960011"/>
              <a:gd name="connsiteY13" fmla="*/ 1095124 h 1146324"/>
              <a:gd name="connsiteX14" fmla="*/ 156446 w 960011"/>
              <a:gd name="connsiteY14" fmla="*/ 152180 h 1146324"/>
              <a:gd name="connsiteX15" fmla="*/ 359826 w 960011"/>
              <a:gd name="connsiteY15" fmla="*/ 102401 h 1146324"/>
              <a:gd name="connsiteX16" fmla="*/ 520540 w 960011"/>
              <a:gd name="connsiteY16" fmla="*/ 140802 h 1146324"/>
              <a:gd name="connsiteX17" fmla="*/ 536184 w 960011"/>
              <a:gd name="connsiteY17" fmla="*/ 49779 h 114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960011" h="1146324">
                <a:moveTo>
                  <a:pt x="477872" y="651385"/>
                </a:moveTo>
                <a:lnTo>
                  <a:pt x="581695" y="1042501"/>
                </a:lnTo>
                <a:lnTo>
                  <a:pt x="423827" y="998412"/>
                </a:lnTo>
                <a:close/>
                <a:moveTo>
                  <a:pt x="856188" y="547562"/>
                </a:moveTo>
                <a:lnTo>
                  <a:pt x="960011" y="938678"/>
                </a:lnTo>
                <a:lnTo>
                  <a:pt x="802143" y="894589"/>
                </a:lnTo>
                <a:close/>
                <a:moveTo>
                  <a:pt x="742409" y="0"/>
                </a:moveTo>
                <a:lnTo>
                  <a:pt x="938678" y="48356"/>
                </a:lnTo>
                <a:lnTo>
                  <a:pt x="738142" y="102401"/>
                </a:lnTo>
                <a:lnTo>
                  <a:pt x="664186" y="544717"/>
                </a:lnTo>
                <a:lnTo>
                  <a:pt x="557518" y="150757"/>
                </a:lnTo>
                <a:lnTo>
                  <a:pt x="358404" y="203380"/>
                </a:lnTo>
                <a:lnTo>
                  <a:pt x="203380" y="1146324"/>
                </a:lnTo>
                <a:lnTo>
                  <a:pt x="0" y="1095124"/>
                </a:lnTo>
                <a:lnTo>
                  <a:pt x="156446" y="152180"/>
                </a:lnTo>
                <a:lnTo>
                  <a:pt x="359826" y="102401"/>
                </a:lnTo>
                <a:lnTo>
                  <a:pt x="520540" y="140802"/>
                </a:lnTo>
                <a:lnTo>
                  <a:pt x="536184" y="497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788720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D2F27F-4306-5743-85D9-10746CABE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6667"/>
          <a:stretch/>
        </p:blipFill>
        <p:spPr>
          <a:xfrm>
            <a:off x="0" y="4572000"/>
            <a:ext cx="12192000" cy="228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2034205" y="2908855"/>
            <a:ext cx="8123582" cy="29883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2713" y="3260035"/>
            <a:ext cx="7195931" cy="2332381"/>
          </a:xfrm>
        </p:spPr>
        <p:txBody>
          <a:bodyPr anchor="ctr" anchorCtr="0">
            <a:norm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34D0B-FAA3-E744-A979-B57103F37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6948" y="896058"/>
            <a:ext cx="1870930" cy="140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20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fuchs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D65062-2F5F-5346-8CFF-7BF4E07B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6667"/>
          <a:stretch/>
        </p:blipFill>
        <p:spPr>
          <a:xfrm>
            <a:off x="0" y="4572000"/>
            <a:ext cx="12192000" cy="228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2034205" y="2908855"/>
            <a:ext cx="8123582" cy="29883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2713" y="3260035"/>
            <a:ext cx="7195931" cy="2332381"/>
          </a:xfrm>
        </p:spPr>
        <p:txBody>
          <a:bodyPr anchor="ctr" anchorCtr="0">
            <a:norm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34D0B-FAA3-E744-A979-B57103F37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6948" y="896058"/>
            <a:ext cx="1870930" cy="140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779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gre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55DD585-3BC1-2341-896A-E1B138346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6667"/>
          <a:stretch/>
        </p:blipFill>
        <p:spPr>
          <a:xfrm>
            <a:off x="0" y="4572000"/>
            <a:ext cx="12192000" cy="228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49BF25-FE6A-C943-ABA7-D3B68658449E}"/>
              </a:ext>
            </a:extLst>
          </p:cNvPr>
          <p:cNvSpPr/>
          <p:nvPr userDrawn="1"/>
        </p:nvSpPr>
        <p:spPr>
          <a:xfrm>
            <a:off x="2034205" y="2908855"/>
            <a:ext cx="8123582" cy="29883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93D9D-6DB9-7E48-BF9F-1CAA80DB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2713" y="3260035"/>
            <a:ext cx="7195931" cy="2332381"/>
          </a:xfrm>
        </p:spPr>
        <p:txBody>
          <a:bodyPr anchor="ctr" anchorCtr="0">
            <a:norm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fi-FI"/>
              <a:t>Muokkaa ots. perustyyl. napsautt.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34D0B-FAA3-E744-A979-B57103F37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6948" y="896058"/>
            <a:ext cx="1870930" cy="140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8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0ED9F-FBC7-8245-9565-D96844AB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CDDD9-AA4F-1240-98A5-101083598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00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03809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72" r:id="rId3"/>
    <p:sldLayoutId id="2147483664" r:id="rId4"/>
    <p:sldLayoutId id="2147483673" r:id="rId5"/>
    <p:sldLayoutId id="2147483674" r:id="rId6"/>
    <p:sldLayoutId id="2147483650" r:id="rId7"/>
    <p:sldLayoutId id="2147483652" r:id="rId8"/>
    <p:sldLayoutId id="2147483667" r:id="rId9"/>
    <p:sldLayoutId id="2147483677" r:id="rId10"/>
    <p:sldLayoutId id="2147483678" r:id="rId11"/>
    <p:sldLayoutId id="2147483679" r:id="rId12"/>
    <p:sldLayoutId id="2147483681" r:id="rId13"/>
    <p:sldLayoutId id="2147483668" r:id="rId14"/>
    <p:sldLayoutId id="2147483653" r:id="rId15"/>
    <p:sldLayoutId id="2147483669" r:id="rId16"/>
    <p:sldLayoutId id="2147483654" r:id="rId17"/>
    <p:sldLayoutId id="2147483655" r:id="rId18"/>
    <p:sldLayoutId id="2147483670" r:id="rId19"/>
    <p:sldLayoutId id="2147483675" r:id="rId20"/>
    <p:sldLayoutId id="214748367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1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500"/>
        </a:spcBef>
        <a:buClr>
          <a:srgbClr val="006FBA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2pPr>
      <a:lvl3pPr marL="720000" indent="-180000" algn="l" defTabSz="914400" rtl="0" eaLnBrk="1" latinLnBrk="0" hangingPunct="1">
        <a:lnSpc>
          <a:spcPct val="100000"/>
        </a:lnSpc>
        <a:spcBef>
          <a:spcPts val="500"/>
        </a:spcBef>
        <a:buClr>
          <a:srgbClr val="006FBA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3pPr>
      <a:lvl4pPr marL="1080000" indent="-180000" algn="l" defTabSz="914400" rtl="0" eaLnBrk="1" latinLnBrk="0" hangingPunct="1">
        <a:lnSpc>
          <a:spcPct val="100000"/>
        </a:lnSpc>
        <a:spcBef>
          <a:spcPts val="500"/>
        </a:spcBef>
        <a:buClr>
          <a:srgbClr val="006FBA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4pPr>
      <a:lvl5pPr marL="1440000" indent="-180000" algn="l" defTabSz="914400" rtl="0" eaLnBrk="1" latinLnBrk="0" hangingPunct="1">
        <a:lnSpc>
          <a:spcPct val="100000"/>
        </a:lnSpc>
        <a:spcBef>
          <a:spcPts val="500"/>
        </a:spcBef>
        <a:buClr>
          <a:srgbClr val="006FBA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kol.sharepoint.com/:p:/s/MERCURIA_STAFF/IQAQVMAyzb_UQYbz54o2ccR6AWRX_Fqm3sEqr4tQALp4VLw?e=bHaAsB" TargetMode="External"/><Relationship Id="rId2" Type="http://schemas.openxmlformats.org/officeDocument/2006/relationships/hyperlink" Target="https://kkol.sharepoint.com/:w:/s/MERCURIA_STAFF/IQBiYdd1akA-TpeWjIkRwHQeAUOFFA8SwHheHma00Fhmepk?e=roNcyl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h.fi/fi/koulutus-ja-tutkinnot/ammatillisten-perustutkintojen-yhteiset-tutkinnon-osat" TargetMode="External"/><Relationship Id="rId2" Type="http://schemas.openxmlformats.org/officeDocument/2006/relationships/hyperlink" Target="https://eperusteet.opintopolku.fi/#/fi/ammatillinen/9720962/tiedot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apahtumat.oph.fi/osa-aluekohtaiset-yto-webinaarit-19-1-12-2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oe.fi/#/etusivu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aotsikko 2">
            <a:extLst>
              <a:ext uri="{FF2B5EF4-FFF2-40B4-BE49-F238E27FC236}">
                <a16:creationId xmlns:a16="http://schemas.microsoft.com/office/drawing/2014/main" id="{FAEA6CF1-32F4-CB48-5777-A4857485AE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/>
              <a:t>2.3.2026 (päivitetty 26.3.2026)</a:t>
            </a:r>
            <a:br>
              <a:rPr lang="fi-FI"/>
            </a:br>
            <a:r>
              <a:rPr lang="fi-FI"/>
              <a:t>Markus Oedewald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9D53CA-D374-5AC5-F7F5-081B7AC2A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363" y="1073150"/>
            <a:ext cx="7246574" cy="2711450"/>
          </a:xfrm>
        </p:spPr>
        <p:txBody>
          <a:bodyPr>
            <a:noAutofit/>
          </a:bodyPr>
          <a:lstStyle/>
          <a:p>
            <a:r>
              <a:rPr lang="fi-FI" sz="4000"/>
              <a:t>Uudet liiketoiminnan perustutkinnon tutkinnonperusteet </a:t>
            </a:r>
            <a:r>
              <a:rPr lang="fi-FI" sz="4000" err="1"/>
              <a:t>Mercuriassa</a:t>
            </a:r>
            <a:r>
              <a:rPr lang="fi-FI" sz="4000"/>
              <a:t> 1.8.2026 alkaen </a:t>
            </a:r>
            <a:r>
              <a:rPr lang="fi-FI" sz="4000" u="sng"/>
              <a:t>– muutos koskee </a:t>
            </a:r>
            <a:r>
              <a:rPr lang="fi-FI" sz="4000" u="sng" err="1"/>
              <a:t>YTOja</a:t>
            </a:r>
            <a:endParaRPr lang="fi-FI" sz="4000" u="sng"/>
          </a:p>
        </p:txBody>
      </p:sp>
    </p:spTree>
    <p:extLst>
      <p:ext uri="{BB962C8B-B14F-4D97-AF65-F5344CB8AC3E}">
        <p14:creationId xmlns:p14="http://schemas.microsoft.com/office/powerpoint/2010/main" val="57029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953A-03E7-0EB0-3551-3900D121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2B489C3-11DF-B886-A62F-3522B48A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/>
              <a:t>Yhteissuunnittelupäivä 27.3.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B93AFD8-4D8E-9E42-F4BB-FE1E46736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0001"/>
            <a:ext cx="11093606" cy="4697999"/>
          </a:xfrm>
        </p:spPr>
        <p:txBody>
          <a:bodyPr>
            <a:noAutofit/>
          </a:bodyPr>
          <a:lstStyle/>
          <a:p>
            <a:r>
              <a:rPr lang="fi-FI" sz="1800" b="1" u="sng"/>
              <a:t>Päivän teema:</a:t>
            </a:r>
            <a:r>
              <a:rPr lang="fi-FI" sz="1800"/>
              <a:t> teidän kaikkien tekemien suunnittelulomakkeiden suunnittelu (saa esitelläkin kollegoille jos valmis), kommentointi ja jatkokehittäminen.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800">
                <a:hlinkClick r:id="rId2"/>
              </a:rPr>
              <a:t>2026 Osa-alueen suunnittelulomake –pohja </a:t>
            </a:r>
            <a:endParaRPr lang="fi-FI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800"/>
              <a:t>Palautus: Tutkinnonosien suunnittelulomakkeet MERCURIA_STAFF-&gt; OTE -&gt; 2026 OPS Liiketoiminnan pt (YTO) -&gt;   Suunnittelulomakkeet -kansioon.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800"/>
              <a:t>Saman 2026 OPS Liiketoiminnan pt (YTO) -kansion alta löytyy muistinvirkistykseksi myös  tämä </a:t>
            </a:r>
            <a:r>
              <a:rPr lang="fi-FI" sz="1800">
                <a:hlinkClick r:id="rId3"/>
              </a:rPr>
              <a:t>2026 tutkinnonperusteiden toteutussuunnitelma</a:t>
            </a:r>
            <a:r>
              <a:rPr lang="fi-FI" sz="1800"/>
              <a:t>, jossa on käyty läpi perusteita tutkinnonosien suunnitteluun.</a:t>
            </a:r>
          </a:p>
          <a:p>
            <a:r>
              <a:rPr lang="fi-FI" sz="1800" b="1"/>
              <a:t>Agenda ja aikataulu</a:t>
            </a:r>
          </a:p>
          <a:p>
            <a:r>
              <a:rPr lang="fi-FI" sz="1800"/>
              <a:t>12.00-12.15 Johdanto päivän agendaan. </a:t>
            </a:r>
          </a:p>
          <a:p>
            <a:r>
              <a:rPr lang="fi-FI" sz="1800"/>
              <a:t>12.15-13.45 Tutkinnonosien suunnittelulomakkeiden työstäminen ja mahdollisen sisällön työstäminen </a:t>
            </a:r>
            <a:r>
              <a:rPr lang="fi-FI" sz="1800" err="1"/>
              <a:t>eKampukselle</a:t>
            </a:r>
            <a:endParaRPr lang="fi-FI" sz="1800"/>
          </a:p>
          <a:p>
            <a:r>
              <a:rPr lang="fi-FI" sz="1800"/>
              <a:t>13.45-14.30 Työparin kanssa toisen lomakkeen kommentointi</a:t>
            </a:r>
          </a:p>
          <a:p>
            <a:r>
              <a:rPr lang="fi-FI" sz="1800"/>
              <a:t>14.30-15.00 Iltapäivän yhteenveto ja jatkosuunnitelmat</a:t>
            </a:r>
          </a:p>
        </p:txBody>
      </p:sp>
    </p:spTree>
    <p:extLst>
      <p:ext uri="{BB962C8B-B14F-4D97-AF65-F5344CB8AC3E}">
        <p14:creationId xmlns:p14="http://schemas.microsoft.com/office/powerpoint/2010/main" val="345598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5B2BEF4-CA42-3741-CF53-864B9E07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Sisältö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14C6EFA-4C43-9AA2-B329-2016E8F2A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/>
              <a:t>Yleistä</a:t>
            </a:r>
          </a:p>
          <a:p>
            <a:pPr marL="457200" indent="-457200">
              <a:buAutoNum type="arabicPeriod"/>
            </a:pPr>
            <a:r>
              <a:rPr lang="fi-FI"/>
              <a:t>Aikataulu - 2026 tutkinnonperusteiden YTO toteutussuunnitelma</a:t>
            </a:r>
          </a:p>
          <a:p>
            <a:pPr marL="457200" indent="-457200">
              <a:buAutoNum type="arabicPeriod"/>
            </a:pPr>
            <a:r>
              <a:rPr lang="fi-FI"/>
              <a:t>Huomioitavia asioita tutkinnonosien rakentamisen suunnittelussa</a:t>
            </a:r>
          </a:p>
          <a:p>
            <a:pPr lvl="1" indent="0">
              <a:buNone/>
            </a:pPr>
            <a:r>
              <a:rPr lang="fi-FI"/>
              <a:t>3.1. Kohderyhmät</a:t>
            </a:r>
          </a:p>
          <a:p>
            <a:pPr lvl="1" indent="0">
              <a:buNone/>
            </a:pPr>
            <a:r>
              <a:rPr lang="fi-FI"/>
              <a:t>3.2. Rakenne ja ilme</a:t>
            </a:r>
          </a:p>
          <a:p>
            <a:pPr lvl="1" indent="0">
              <a:buNone/>
            </a:pPr>
            <a:r>
              <a:rPr lang="fi-FI"/>
              <a:t>3.3. Pedagogiikka</a:t>
            </a:r>
          </a:p>
          <a:p>
            <a:pPr marL="457200" indent="-457200">
              <a:buAutoNum type="arabicPeriod"/>
            </a:pPr>
            <a:r>
              <a:rPr lang="fi-FI"/>
              <a:t>Uudet rakennettavat tutkinnonosat ja ehdotus rakentajista</a:t>
            </a:r>
          </a:p>
          <a:p>
            <a:pPr marL="457200" indent="-457200">
              <a:buAutoNum type="arabicPeriod"/>
            </a:pPr>
            <a:r>
              <a:rPr lang="fi-FI"/>
              <a:t>Tutkinnonosan suunnittelulomake</a:t>
            </a:r>
          </a:p>
          <a:p>
            <a:pPr marL="457200" indent="-457200">
              <a:buAutoNum type="arabicPeriod"/>
            </a:pPr>
            <a:r>
              <a:rPr lang="fi-FI"/>
              <a:t>Tutkinnonosien rakentamisen työnjako – tutkinnonosavastaava, </a:t>
            </a:r>
            <a:r>
              <a:rPr lang="fi-FI" err="1"/>
              <a:t>opettajat+opetiimit</a:t>
            </a:r>
            <a:r>
              <a:rPr lang="fi-FI"/>
              <a:t> ja </a:t>
            </a:r>
            <a:r>
              <a:rPr lang="fi-FI" err="1"/>
              <a:t>eKampus</a:t>
            </a:r>
            <a:r>
              <a:rPr lang="fi-FI"/>
              <a:t> tiimi, laadunvarmistustiimi</a:t>
            </a:r>
          </a:p>
          <a:p>
            <a:pPr marL="457200" indent="-457200">
              <a:buAutoNum type="arabicPeriod"/>
            </a:pPr>
            <a:r>
              <a:rPr lang="fi-FI"/>
              <a:t>Sopimus työsuhteessa valmistettavasta verkko-oppimateriaalista</a:t>
            </a:r>
          </a:p>
        </p:txBody>
      </p:sp>
    </p:spTree>
    <p:extLst>
      <p:ext uri="{BB962C8B-B14F-4D97-AF65-F5344CB8AC3E}">
        <p14:creationId xmlns:p14="http://schemas.microsoft.com/office/powerpoint/2010/main" val="368018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BB0B02-2830-3133-7041-6233C604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err="1"/>
              <a:t>Yleistä</a:t>
            </a:r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6327549-B2F5-D527-0149-3679E7E60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1504165"/>
            <a:ext cx="11461377" cy="4351338"/>
          </a:xfrm>
        </p:spPr>
        <p:txBody>
          <a:bodyPr>
            <a:normAutofit/>
          </a:bodyPr>
          <a:lstStyle/>
          <a:p>
            <a:r>
              <a:rPr lang="sv-SE" b="1" err="1"/>
              <a:t>Uudistetut</a:t>
            </a:r>
            <a:r>
              <a:rPr lang="sv-SE" b="1"/>
              <a:t> </a:t>
            </a:r>
            <a:r>
              <a:rPr lang="sv-SE" b="1" err="1"/>
              <a:t>liiketoiminnan</a:t>
            </a:r>
            <a:r>
              <a:rPr lang="sv-SE" b="1"/>
              <a:t> </a:t>
            </a:r>
            <a:r>
              <a:rPr lang="sv-SE" b="1" err="1"/>
              <a:t>perustutkinnon</a:t>
            </a:r>
            <a:r>
              <a:rPr lang="sv-SE" b="1"/>
              <a:t> </a:t>
            </a:r>
            <a:r>
              <a:rPr lang="sv-SE" b="1" err="1"/>
              <a:t>perusteet</a:t>
            </a:r>
            <a:endParaRPr lang="sv-SE" b="1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i-FI" b="0" i="0">
                <a:effectLst/>
                <a:highlight>
                  <a:srgbClr val="FFFFFF"/>
                </a:highlight>
              </a:rPr>
              <a:t>Perusteiden voimaantuloaika 1.8.2026. </a:t>
            </a:r>
            <a:br>
              <a:rPr lang="fi-FI" b="0" i="0">
                <a:effectLst/>
                <a:highlight>
                  <a:srgbClr val="FFFFFF"/>
                </a:highlight>
              </a:rPr>
            </a:br>
            <a:r>
              <a:rPr lang="fi-FI" b="0" i="0">
                <a:effectLst/>
                <a:highlight>
                  <a:srgbClr val="FFFFFF"/>
                </a:highlight>
              </a:rPr>
              <a:t>Uudistetut perustutkinnon perusteet on julkaistu </a:t>
            </a:r>
            <a:r>
              <a:rPr lang="fi-FI" b="0" i="0">
                <a:effectLst/>
                <a:highlight>
                  <a:srgbClr val="FFFFFF"/>
                </a:highlight>
                <a:hlinkClick r:id="rId2"/>
              </a:rPr>
              <a:t>Opetushallituksen </a:t>
            </a:r>
            <a:r>
              <a:rPr lang="fi-FI" b="0" i="0" err="1">
                <a:effectLst/>
                <a:highlight>
                  <a:srgbClr val="FFFFFF"/>
                </a:highlight>
                <a:hlinkClick r:id="rId2"/>
              </a:rPr>
              <a:t>ePerusteet</a:t>
            </a:r>
            <a:r>
              <a:rPr lang="fi-FI" b="0" i="0">
                <a:effectLst/>
                <a:highlight>
                  <a:srgbClr val="FFFFFF"/>
                </a:highlight>
                <a:hlinkClick r:id="rId2"/>
              </a:rPr>
              <a:t>-palvelussa. </a:t>
            </a:r>
            <a:r>
              <a:rPr lang="fi-FI" b="1">
                <a:solidFill>
                  <a:srgbClr val="0041DC"/>
                </a:solidFill>
                <a:highlight>
                  <a:srgbClr val="FFFFFF"/>
                </a:highlight>
                <a:hlinkClick r:id="rId2"/>
              </a:rPr>
              <a:t> </a:t>
            </a:r>
            <a:endParaRPr lang="fi-FI" b="1">
              <a:solidFill>
                <a:srgbClr val="0041DC"/>
              </a:solidFill>
              <a:highlight>
                <a:srgbClr val="FFFFFF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>
                <a:hlinkClick r:id="rId3"/>
              </a:rPr>
              <a:t>Ammatillisten perustutkintojen yhteiset tutkinnon osat | Opetushallitus</a:t>
            </a:r>
            <a:endParaRPr lang="fi-FI" b="1">
              <a:solidFill>
                <a:srgbClr val="0041DC"/>
              </a:solidFill>
              <a:highlight>
                <a:srgbClr val="FFFFFF"/>
              </a:highlight>
            </a:endParaRPr>
          </a:p>
          <a:p>
            <a:r>
              <a:rPr lang="fi-FI"/>
              <a:t> </a:t>
            </a:r>
            <a:endParaRPr lang="fi-FI" b="1" i="0" u="none" strike="noStrike">
              <a:solidFill>
                <a:srgbClr val="0041DC"/>
              </a:solidFill>
              <a:effectLst/>
              <a:highlight>
                <a:srgbClr val="FFFFFF"/>
              </a:highlight>
            </a:endParaRPr>
          </a:p>
          <a:p>
            <a:endParaRPr lang="fi-FI"/>
          </a:p>
        </p:txBody>
      </p:sp>
      <p:sp>
        <p:nvSpPr>
          <p:cNvPr id="4" name="Vapaamuotoinen: Muoto 3">
            <a:extLst>
              <a:ext uri="{FF2B5EF4-FFF2-40B4-BE49-F238E27FC236}">
                <a16:creationId xmlns:a16="http://schemas.microsoft.com/office/drawing/2014/main" id="{DE63FAB6-317E-123B-B698-94F4BC51DDEA}"/>
              </a:ext>
            </a:extLst>
          </p:cNvPr>
          <p:cNvSpPr/>
          <p:nvPr/>
        </p:nvSpPr>
        <p:spPr>
          <a:xfrm>
            <a:off x="1237128" y="3429000"/>
            <a:ext cx="8265459" cy="3801035"/>
          </a:xfrm>
          <a:custGeom>
            <a:avLst/>
            <a:gdLst>
              <a:gd name="csX0" fmla="*/ 0 w 4258235"/>
              <a:gd name="csY0" fmla="*/ 0 h 3801035"/>
              <a:gd name="csX1" fmla="*/ 89647 w 4258235"/>
              <a:gd name="csY1" fmla="*/ 448235 h 3801035"/>
              <a:gd name="csX2" fmla="*/ 322729 w 4258235"/>
              <a:gd name="csY2" fmla="*/ 1882588 h 3801035"/>
              <a:gd name="csX3" fmla="*/ 466165 w 4258235"/>
              <a:gd name="csY3" fmla="*/ 2366683 h 3801035"/>
              <a:gd name="csX4" fmla="*/ 824753 w 4258235"/>
              <a:gd name="csY4" fmla="*/ 2877671 h 3801035"/>
              <a:gd name="csX5" fmla="*/ 1828800 w 4258235"/>
              <a:gd name="csY5" fmla="*/ 3469341 h 3801035"/>
              <a:gd name="csX6" fmla="*/ 2483223 w 4258235"/>
              <a:gd name="csY6" fmla="*/ 3684494 h 3801035"/>
              <a:gd name="csX7" fmla="*/ 3263153 w 4258235"/>
              <a:gd name="csY7" fmla="*/ 3774141 h 3801035"/>
              <a:gd name="csX8" fmla="*/ 4258235 w 4258235"/>
              <a:gd name="csY8" fmla="*/ 3801035 h 3801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258235" h="3801035">
                <a:moveTo>
                  <a:pt x="0" y="0"/>
                </a:moveTo>
                <a:cubicBezTo>
                  <a:pt x="29882" y="149412"/>
                  <a:pt x="66085" y="297697"/>
                  <a:pt x="89647" y="448235"/>
                </a:cubicBezTo>
                <a:cubicBezTo>
                  <a:pt x="229463" y="1341499"/>
                  <a:pt x="76503" y="803539"/>
                  <a:pt x="322729" y="1882588"/>
                </a:cubicBezTo>
                <a:cubicBezTo>
                  <a:pt x="360170" y="2046670"/>
                  <a:pt x="404981" y="2209899"/>
                  <a:pt x="466165" y="2366683"/>
                </a:cubicBezTo>
                <a:cubicBezTo>
                  <a:pt x="525362" y="2518374"/>
                  <a:pt x="711632" y="2773387"/>
                  <a:pt x="824753" y="2877671"/>
                </a:cubicBezTo>
                <a:cubicBezTo>
                  <a:pt x="1107270" y="3138117"/>
                  <a:pt x="1481995" y="3325836"/>
                  <a:pt x="1828800" y="3469341"/>
                </a:cubicBezTo>
                <a:cubicBezTo>
                  <a:pt x="2040980" y="3557140"/>
                  <a:pt x="2258611" y="3636764"/>
                  <a:pt x="2483223" y="3684494"/>
                </a:cubicBezTo>
                <a:cubicBezTo>
                  <a:pt x="2739196" y="3738888"/>
                  <a:pt x="3002369" y="3752409"/>
                  <a:pt x="3263153" y="3774141"/>
                </a:cubicBezTo>
                <a:cubicBezTo>
                  <a:pt x="3435037" y="3788465"/>
                  <a:pt x="4077587" y="3797690"/>
                  <a:pt x="4258235" y="3801035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1200" b="1">
                <a:solidFill>
                  <a:schemeClr val="tx1"/>
                </a:solidFill>
              </a:rPr>
              <a:t>OPH webinaarit</a:t>
            </a:r>
          </a:p>
          <a:p>
            <a:r>
              <a:rPr lang="fi-FI" sz="1200" b="1">
                <a:solidFill>
                  <a:schemeClr val="tx1"/>
                </a:solidFill>
              </a:rPr>
              <a:t>Aikataulu:</a:t>
            </a:r>
            <a:endParaRPr lang="fi-FI" sz="1200">
              <a:solidFill>
                <a:schemeClr val="tx1"/>
              </a:solidFill>
            </a:endParaRPr>
          </a:p>
          <a:p>
            <a:r>
              <a:rPr lang="fi-FI" sz="1200">
                <a:solidFill>
                  <a:schemeClr val="tx1"/>
                </a:solidFill>
              </a:rPr>
              <a:t>Viestintä ja vuorovaikutus äidinkielellä, toisella kotimaisella kielellä, vieraalla kielellä 19.1.2026 klo 14.00–16.00</a:t>
            </a:r>
          </a:p>
          <a:p>
            <a:r>
              <a:rPr lang="fi-FI" sz="1200">
                <a:solidFill>
                  <a:schemeClr val="tx1"/>
                </a:solidFill>
              </a:rPr>
              <a:t>Toiminta digitaalisessa ympäristössä 29.1.2026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Taide ja luova ilmaisu 28.1.2026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Opiskelu- ja urasuunnitteluvalmiudet 3.2.2026 klo 14.30–16.00</a:t>
            </a:r>
          </a:p>
          <a:p>
            <a:r>
              <a:rPr lang="fi-FI" sz="1200">
                <a:solidFill>
                  <a:schemeClr val="tx1"/>
                </a:solidFill>
              </a:rPr>
              <a:t>Matematiikka ja matematiikan soveltaminen, Fysikaaliset ja kemialliset ilmiöt ja niiden soveltaminen 26.1.2026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Yhteiskunnassa ja kansalaisena toimiminen 2.2.2026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Työelämässä toimiminen 4.2.2026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Liikunta ja terveystieto sekä työkyvyn ja hyvinvoinnin edistäminen 5.2.2026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Yrittäjyys ja yrittäjämäinen toiminta 11.2.2026 klo 14.00–15.30</a:t>
            </a:r>
          </a:p>
          <a:p>
            <a:r>
              <a:rPr lang="fi-FI" sz="1200">
                <a:solidFill>
                  <a:schemeClr val="tx1"/>
                </a:solidFill>
              </a:rPr>
              <a:t>Kestävän kehityksen edistäminen 12.2.2026 klo 14.00–15.30</a:t>
            </a:r>
          </a:p>
          <a:p>
            <a:r>
              <a:rPr lang="fi-FI" sz="1200">
                <a:solidFill>
                  <a:schemeClr val="tx1"/>
                </a:solidFill>
                <a:hlinkClick r:id="rId4" tooltip="https://tapahtumat.oph.fi/osa-aluekohtaiset-yto-webinaarit-19-1-12-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https://tapahtumat.oph.fi/osa-aluekohtaiset-yto-webinaarit-19-1-12-2</a:t>
            </a:r>
            <a:endParaRPr lang="fi-FI" sz="1200">
              <a:solidFill>
                <a:schemeClr val="tx1"/>
              </a:solidFill>
            </a:endParaRPr>
          </a:p>
          <a:p>
            <a:r>
              <a:rPr lang="fi-FI" sz="1200">
                <a:solidFill>
                  <a:schemeClr val="tx1"/>
                </a:solidFill>
              </a:rPr>
              <a:t>Osa-aluekohtaiset YTO-webinaarit</a:t>
            </a:r>
          </a:p>
        </p:txBody>
      </p:sp>
    </p:spTree>
    <p:extLst>
      <p:ext uri="{BB962C8B-B14F-4D97-AF65-F5344CB8AC3E}">
        <p14:creationId xmlns:p14="http://schemas.microsoft.com/office/powerpoint/2010/main" val="12953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 descr="Kuva, joka sisältää kohteen teksti, kuvakaappaus, Fontti, Verkkosivusto&#10;&#10;Tekoälyllä luotu sisältö voi olla virheellistä.">
            <a:extLst>
              <a:ext uri="{FF2B5EF4-FFF2-40B4-BE49-F238E27FC236}">
                <a16:creationId xmlns:a16="http://schemas.microsoft.com/office/drawing/2014/main" id="{26AB1406-29E6-628A-D223-106D0D2E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123"/>
            <a:ext cx="10694893" cy="601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 descr="Kuva, joka sisältää kohteen teksti, kuvakaappaus, Fontti, muotoilu&#10;&#10;Tekoälyllä luotu sisältö voi olla virheellistä.">
            <a:extLst>
              <a:ext uri="{FF2B5EF4-FFF2-40B4-BE49-F238E27FC236}">
                <a16:creationId xmlns:a16="http://schemas.microsoft.com/office/drawing/2014/main" id="{949279D7-01D5-3110-2237-F5825064B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0670"/>
            <a:ext cx="10829365" cy="603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48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 descr="Kuva, joka sisältää kohteen teksti, kuvakaappaus, Fontti&#10;&#10;Tekoälyllä luotu sisältö voi olla virheellistä.">
            <a:extLst>
              <a:ext uri="{FF2B5EF4-FFF2-40B4-BE49-F238E27FC236}">
                <a16:creationId xmlns:a16="http://schemas.microsoft.com/office/drawing/2014/main" id="{4AE95B35-B1E7-F905-3DBF-B861E045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859047"/>
            <a:ext cx="10587318" cy="595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29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uorakulmio 23">
            <a:extLst>
              <a:ext uri="{FF2B5EF4-FFF2-40B4-BE49-F238E27FC236}">
                <a16:creationId xmlns:a16="http://schemas.microsoft.com/office/drawing/2014/main" id="{3EE2E51C-9DFD-4596-AC4D-1B29882CC2D1}"/>
              </a:ext>
            </a:extLst>
          </p:cNvPr>
          <p:cNvSpPr/>
          <p:nvPr/>
        </p:nvSpPr>
        <p:spPr>
          <a:xfrm>
            <a:off x="485310" y="403123"/>
            <a:ext cx="5318583" cy="643224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Tekstikehys 84">
            <a:extLst>
              <a:ext uri="{FF2B5EF4-FFF2-40B4-BE49-F238E27FC236}">
                <a16:creationId xmlns:a16="http://schemas.microsoft.com/office/drawing/2014/main" id="{DB4C24F0-2A89-49A2-BAAD-86490CB3371D}"/>
              </a:ext>
            </a:extLst>
          </p:cNvPr>
          <p:cNvSpPr txBox="1"/>
          <p:nvPr/>
        </p:nvSpPr>
        <p:spPr>
          <a:xfrm>
            <a:off x="3793776" y="2529695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Sininen</a:t>
            </a:r>
          </a:p>
        </p:txBody>
      </p:sp>
      <p:sp>
        <p:nvSpPr>
          <p:cNvPr id="26" name="Tekstikehys 86">
            <a:extLst>
              <a:ext uri="{FF2B5EF4-FFF2-40B4-BE49-F238E27FC236}">
                <a16:creationId xmlns:a16="http://schemas.microsoft.com/office/drawing/2014/main" id="{31F586F4-7C5F-4B40-841B-DBFFD8656FFE}"/>
              </a:ext>
            </a:extLst>
          </p:cNvPr>
          <p:cNvSpPr txBox="1"/>
          <p:nvPr/>
        </p:nvSpPr>
        <p:spPr>
          <a:xfrm>
            <a:off x="6955406" y="2513180"/>
            <a:ext cx="4828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Vihreä</a:t>
            </a:r>
          </a:p>
        </p:txBody>
      </p:sp>
      <p:sp>
        <p:nvSpPr>
          <p:cNvPr id="27" name="Tekstikehys 88">
            <a:extLst>
              <a:ext uri="{FF2B5EF4-FFF2-40B4-BE49-F238E27FC236}">
                <a16:creationId xmlns:a16="http://schemas.microsoft.com/office/drawing/2014/main" id="{DE35C2A5-B4F5-4EEA-B51E-4BAB06C5912F}"/>
              </a:ext>
            </a:extLst>
          </p:cNvPr>
          <p:cNvSpPr txBox="1"/>
          <p:nvPr/>
        </p:nvSpPr>
        <p:spPr>
          <a:xfrm>
            <a:off x="485310" y="22636"/>
            <a:ext cx="725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b="1" i="0" u="none" strike="noStrike" kern="1200" cap="none" spc="0" normalizeH="0" baseline="0" noProof="0">
                <a:ln>
                  <a:noFill/>
                </a:ln>
                <a:solidFill>
                  <a:srgbClr val="006FB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Liiketoiminnan perustutkinto, 180 </a:t>
            </a:r>
            <a:r>
              <a:rPr kumimoji="0" lang="fi-FI" b="1" i="0" u="none" strike="noStrike" kern="1200" cap="none" spc="0" normalizeH="0" baseline="0" noProof="0" err="1">
                <a:ln>
                  <a:noFill/>
                </a:ln>
                <a:solidFill>
                  <a:srgbClr val="006FB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b="1" i="0" u="none" strike="noStrike" kern="1200" cap="none" spc="0" normalizeH="0" baseline="0" noProof="0">
              <a:ln>
                <a:noFill/>
              </a:ln>
              <a:solidFill>
                <a:srgbClr val="006FB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8" name="Ryhmä 27">
            <a:extLst>
              <a:ext uri="{FF2B5EF4-FFF2-40B4-BE49-F238E27FC236}">
                <a16:creationId xmlns:a16="http://schemas.microsoft.com/office/drawing/2014/main" id="{9A4C5A01-C15B-4930-8CE9-8254F82CC883}"/>
              </a:ext>
            </a:extLst>
          </p:cNvPr>
          <p:cNvGrpSpPr/>
          <p:nvPr/>
        </p:nvGrpSpPr>
        <p:grpSpPr>
          <a:xfrm>
            <a:off x="485310" y="401925"/>
            <a:ext cx="4511563" cy="628977"/>
            <a:chOff x="12472" y="584086"/>
            <a:chExt cx="4511563" cy="628977"/>
          </a:xfrm>
        </p:grpSpPr>
        <p:sp>
          <p:nvSpPr>
            <p:cNvPr id="29" name="Suorakulmio 28">
              <a:extLst>
                <a:ext uri="{FF2B5EF4-FFF2-40B4-BE49-F238E27FC236}">
                  <a16:creationId xmlns:a16="http://schemas.microsoft.com/office/drawing/2014/main" id="{DA368DA4-0896-4208-A7D1-FA79941167B1}"/>
                </a:ext>
              </a:extLst>
            </p:cNvPr>
            <p:cNvSpPr/>
            <p:nvPr/>
          </p:nvSpPr>
          <p:spPr>
            <a:xfrm>
              <a:off x="97299" y="790008"/>
              <a:ext cx="4426736" cy="4230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0" name="Suorakulmio 29">
              <a:extLst>
                <a:ext uri="{FF2B5EF4-FFF2-40B4-BE49-F238E27FC236}">
                  <a16:creationId xmlns:a16="http://schemas.microsoft.com/office/drawing/2014/main" id="{DC5F669D-5AB7-4FD6-B12C-07389E1011AE}"/>
                </a:ext>
              </a:extLst>
            </p:cNvPr>
            <p:cNvSpPr/>
            <p:nvPr/>
          </p:nvSpPr>
          <p:spPr>
            <a:xfrm>
              <a:off x="165105" y="841417"/>
              <a:ext cx="1994421" cy="302380"/>
            </a:xfrm>
            <a:prstGeom prst="rect">
              <a:avLst/>
            </a:prstGeom>
            <a:solidFill>
              <a:srgbClr val="CC0099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Asiakaspalvelu 15 </a:t>
              </a:r>
              <a:r>
                <a:rPr kumimoji="0" lang="fi-FI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osp</a:t>
              </a:r>
              <a:endPara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1" name="Tekstiruutu 30">
              <a:extLst>
                <a:ext uri="{FF2B5EF4-FFF2-40B4-BE49-F238E27FC236}">
                  <a16:creationId xmlns:a16="http://schemas.microsoft.com/office/drawing/2014/main" id="{DFD63A6A-804A-4B81-8432-3C6B7FA90769}"/>
                </a:ext>
              </a:extLst>
            </p:cNvPr>
            <p:cNvSpPr txBox="1"/>
            <p:nvPr/>
          </p:nvSpPr>
          <p:spPr>
            <a:xfrm>
              <a:off x="12472" y="584086"/>
              <a:ext cx="3676879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Ammatilliset tutkinnon osat, pakolliset (40 </a:t>
              </a:r>
              <a:r>
                <a:rPr kumimoji="0" lang="fi-FI" sz="8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osp</a:t>
              </a:r>
              <a:r>
                <a:rPr kumimoji="0" lang="fi-FI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i-FI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" name="Suorakulmio 31">
              <a:extLst>
                <a:ext uri="{FF2B5EF4-FFF2-40B4-BE49-F238E27FC236}">
                  <a16:creationId xmlns:a16="http://schemas.microsoft.com/office/drawing/2014/main" id="{13AD317C-51DC-4886-A335-4E298CD0689B}"/>
                </a:ext>
              </a:extLst>
            </p:cNvPr>
            <p:cNvSpPr/>
            <p:nvPr/>
          </p:nvSpPr>
          <p:spPr>
            <a:xfrm>
              <a:off x="2217479" y="841418"/>
              <a:ext cx="2255061" cy="296060"/>
            </a:xfrm>
            <a:prstGeom prst="rect">
              <a:avLst/>
            </a:prstGeom>
            <a:solidFill>
              <a:srgbClr val="CC0099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Liiketoimintaympäristössä toimiminen</a:t>
              </a:r>
              <a:r>
                <a:rPr lang="fi-FI" sz="80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25 </a:t>
              </a:r>
              <a:r>
                <a:rPr kumimoji="0" lang="fi-FI" sz="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osp</a:t>
              </a:r>
              <a:r>
                <a: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35" name="Suorakulmio 34">
            <a:extLst>
              <a:ext uri="{FF2B5EF4-FFF2-40B4-BE49-F238E27FC236}">
                <a16:creationId xmlns:a16="http://schemas.microsoft.com/office/drawing/2014/main" id="{2398A1E9-DB12-42DE-9C84-FF8934C4CA86}"/>
              </a:ext>
            </a:extLst>
          </p:cNvPr>
          <p:cNvSpPr/>
          <p:nvPr/>
        </p:nvSpPr>
        <p:spPr>
          <a:xfrm>
            <a:off x="560140" y="1238865"/>
            <a:ext cx="2391755" cy="5515896"/>
          </a:xfrm>
          <a:prstGeom prst="rect">
            <a:avLst/>
          </a:prstGeom>
          <a:solidFill>
            <a:srgbClr val="CC0099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Suorakulmio 35">
            <a:extLst>
              <a:ext uri="{FF2B5EF4-FFF2-40B4-BE49-F238E27FC236}">
                <a16:creationId xmlns:a16="http://schemas.microsoft.com/office/drawing/2014/main" id="{40933152-75D4-450E-A2AA-0EBB5B7CB454}"/>
              </a:ext>
            </a:extLst>
          </p:cNvPr>
          <p:cNvSpPr/>
          <p:nvPr/>
        </p:nvSpPr>
        <p:spPr>
          <a:xfrm>
            <a:off x="637944" y="1490904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Asiakkuuksien hoitaminen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37" name="Tekstikehys 85">
            <a:extLst>
              <a:ext uri="{FF2B5EF4-FFF2-40B4-BE49-F238E27FC236}">
                <a16:creationId xmlns:a16="http://schemas.microsoft.com/office/drawing/2014/main" id="{83BBAE90-C6BF-4F3D-A06C-27B50B778EBB}"/>
              </a:ext>
            </a:extLst>
          </p:cNvPr>
          <p:cNvSpPr txBox="1"/>
          <p:nvPr/>
        </p:nvSpPr>
        <p:spPr>
          <a:xfrm>
            <a:off x="540458" y="1264960"/>
            <a:ext cx="193354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Ammatilliset tutkinnon osat, valinnaiset </a:t>
            </a:r>
          </a:p>
        </p:txBody>
      </p:sp>
      <p:sp>
        <p:nvSpPr>
          <p:cNvPr id="38" name="Suorakulmio 37">
            <a:extLst>
              <a:ext uri="{FF2B5EF4-FFF2-40B4-BE49-F238E27FC236}">
                <a16:creationId xmlns:a16="http://schemas.microsoft.com/office/drawing/2014/main" id="{FFE2A102-F725-479C-B35D-6295196AE4B8}"/>
              </a:ext>
            </a:extLst>
          </p:cNvPr>
          <p:cNvSpPr/>
          <p:nvPr/>
        </p:nvSpPr>
        <p:spPr>
          <a:xfrm>
            <a:off x="637944" y="2946641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Kiertotaloustoiminnot 15 osp</a:t>
            </a:r>
          </a:p>
        </p:txBody>
      </p:sp>
      <p:sp>
        <p:nvSpPr>
          <p:cNvPr id="39" name="Suorakulmio 38">
            <a:extLst>
              <a:ext uri="{FF2B5EF4-FFF2-40B4-BE49-F238E27FC236}">
                <a16:creationId xmlns:a16="http://schemas.microsoft.com/office/drawing/2014/main" id="{8CE39FFF-CC66-4C8E-8EBA-E911271B24BF}"/>
              </a:ext>
            </a:extLst>
          </p:cNvPr>
          <p:cNvSpPr/>
          <p:nvPr/>
        </p:nvSpPr>
        <p:spPr>
          <a:xfrm>
            <a:off x="637943" y="3155055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Kirjanpito 30 osp</a:t>
            </a:r>
          </a:p>
        </p:txBody>
      </p:sp>
      <p:sp>
        <p:nvSpPr>
          <p:cNvPr id="40" name="Suorakulmio 39">
            <a:extLst>
              <a:ext uri="{FF2B5EF4-FFF2-40B4-BE49-F238E27FC236}">
                <a16:creationId xmlns:a16="http://schemas.microsoft.com/office/drawing/2014/main" id="{B41BA7CA-54AD-43B8-A927-ACFE56E1BDD9}"/>
              </a:ext>
            </a:extLst>
          </p:cNvPr>
          <p:cNvSpPr/>
          <p:nvPr/>
        </p:nvSpPr>
        <p:spPr>
          <a:xfrm>
            <a:off x="637943" y="3363469"/>
            <a:ext cx="2160194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Laskutus ja myyntireskontra 15 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" name="Suorakulmio 40">
            <a:extLst>
              <a:ext uri="{FF2B5EF4-FFF2-40B4-BE49-F238E27FC236}">
                <a16:creationId xmlns:a16="http://schemas.microsoft.com/office/drawing/2014/main" id="{C639599E-6487-49A5-8EC6-BF297BC2748E}"/>
              </a:ext>
            </a:extLst>
          </p:cNvPr>
          <p:cNvSpPr/>
          <p:nvPr/>
        </p:nvSpPr>
        <p:spPr>
          <a:xfrm>
            <a:off x="637943" y="3571577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Liiketoiminnan varastotoiminnot 15 osp</a:t>
            </a:r>
          </a:p>
        </p:txBody>
      </p:sp>
      <p:sp>
        <p:nvSpPr>
          <p:cNvPr id="42" name="Suorakulmio 41">
            <a:extLst>
              <a:ext uri="{FF2B5EF4-FFF2-40B4-BE49-F238E27FC236}">
                <a16:creationId xmlns:a16="http://schemas.microsoft.com/office/drawing/2014/main" id="{AA1DB445-21F1-4BFF-B6A1-957C9F81DE10}"/>
              </a:ext>
            </a:extLst>
          </p:cNvPr>
          <p:cNvSpPr/>
          <p:nvPr/>
        </p:nvSpPr>
        <p:spPr>
          <a:xfrm>
            <a:off x="637943" y="3779991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Markkinointiviestintä 30 osp</a:t>
            </a:r>
          </a:p>
        </p:txBody>
      </p:sp>
      <p:sp>
        <p:nvSpPr>
          <p:cNvPr id="43" name="Suorakulmio 42">
            <a:extLst>
              <a:ext uri="{FF2B5EF4-FFF2-40B4-BE49-F238E27FC236}">
                <a16:creationId xmlns:a16="http://schemas.microsoft.com/office/drawing/2014/main" id="{D37D6182-8E25-401D-97C4-EF9F4D022493}"/>
              </a:ext>
            </a:extLst>
          </p:cNvPr>
          <p:cNvSpPr/>
          <p:nvPr/>
        </p:nvSpPr>
        <p:spPr>
          <a:xfrm>
            <a:off x="637943" y="3988404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Myymälässä toimiminen 15 osp</a:t>
            </a:r>
          </a:p>
        </p:txBody>
      </p:sp>
      <p:sp>
        <p:nvSpPr>
          <p:cNvPr id="44" name="Suorakulmio 43">
            <a:extLst>
              <a:ext uri="{FF2B5EF4-FFF2-40B4-BE49-F238E27FC236}">
                <a16:creationId xmlns:a16="http://schemas.microsoft.com/office/drawing/2014/main" id="{DB7A6686-FCB4-4296-AEB1-15164C684333}"/>
              </a:ext>
            </a:extLst>
          </p:cNvPr>
          <p:cNvSpPr/>
          <p:nvPr/>
        </p:nvSpPr>
        <p:spPr>
          <a:xfrm>
            <a:off x="637943" y="4196513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Myyntityö 30 osp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Suorakulmio 44">
            <a:extLst>
              <a:ext uri="{FF2B5EF4-FFF2-40B4-BE49-F238E27FC236}">
                <a16:creationId xmlns:a16="http://schemas.microsoft.com/office/drawing/2014/main" id="{95AC24C6-CB1C-4935-83B9-F406CBE25694}"/>
              </a:ext>
            </a:extLst>
          </p:cNvPr>
          <p:cNvSpPr/>
          <p:nvPr/>
        </p:nvSpPr>
        <p:spPr>
          <a:xfrm>
            <a:off x="637943" y="4404926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Ostoreskontra 15 osp</a:t>
            </a:r>
          </a:p>
        </p:txBody>
      </p:sp>
      <p:sp>
        <p:nvSpPr>
          <p:cNvPr id="46" name="Suorakulmio 45">
            <a:extLst>
              <a:ext uri="{FF2B5EF4-FFF2-40B4-BE49-F238E27FC236}">
                <a16:creationId xmlns:a16="http://schemas.microsoft.com/office/drawing/2014/main" id="{BCC84B0D-6038-4895-9669-A6BFEF568B78}"/>
              </a:ext>
            </a:extLst>
          </p:cNvPr>
          <p:cNvSpPr/>
          <p:nvPr/>
        </p:nvSpPr>
        <p:spPr>
          <a:xfrm>
            <a:off x="637943" y="4608578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Palkanlaskenta 30 osp</a:t>
            </a:r>
          </a:p>
        </p:txBody>
      </p:sp>
      <p:sp>
        <p:nvSpPr>
          <p:cNvPr id="47" name="Suorakulmio 46">
            <a:extLst>
              <a:ext uri="{FF2B5EF4-FFF2-40B4-BE49-F238E27FC236}">
                <a16:creationId xmlns:a16="http://schemas.microsoft.com/office/drawing/2014/main" id="{F201E39B-0724-4407-B40B-166ADA8023B5}"/>
              </a:ext>
            </a:extLst>
          </p:cNvPr>
          <p:cNvSpPr/>
          <p:nvPr/>
        </p:nvSpPr>
        <p:spPr>
          <a:xfrm>
            <a:off x="637943" y="1699318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Asiakaskokemuksen kehittäminen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8" name="Suorakulmio 47">
            <a:extLst>
              <a:ext uri="{FF2B5EF4-FFF2-40B4-BE49-F238E27FC236}">
                <a16:creationId xmlns:a16="http://schemas.microsoft.com/office/drawing/2014/main" id="{C47D360B-AE00-4062-9C9C-0E27CFCFF890}"/>
              </a:ext>
            </a:extLst>
          </p:cNvPr>
          <p:cNvSpPr/>
          <p:nvPr/>
        </p:nvSpPr>
        <p:spPr>
          <a:xfrm>
            <a:off x="637943" y="1902663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Digitaalisessa kaupassa toimiminen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Suorakulmio 48">
            <a:extLst>
              <a:ext uri="{FF2B5EF4-FFF2-40B4-BE49-F238E27FC236}">
                <a16:creationId xmlns:a16="http://schemas.microsoft.com/office/drawing/2014/main" id="{C968DAA3-F93B-4D1C-BD78-46363CB3FFAB}"/>
              </a:ext>
            </a:extLst>
          </p:cNvPr>
          <p:cNvSpPr/>
          <p:nvPr/>
        </p:nvSpPr>
        <p:spPr>
          <a:xfrm>
            <a:off x="637944" y="2110771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Finanssipalvelut 30 osp</a:t>
            </a:r>
          </a:p>
        </p:txBody>
      </p:sp>
      <p:sp>
        <p:nvSpPr>
          <p:cNvPr id="50" name="Suorakulmio 49">
            <a:extLst>
              <a:ext uri="{FF2B5EF4-FFF2-40B4-BE49-F238E27FC236}">
                <a16:creationId xmlns:a16="http://schemas.microsoft.com/office/drawing/2014/main" id="{65914780-37BD-4695-946B-994233BDD784}"/>
              </a:ext>
            </a:extLst>
          </p:cNvPr>
          <p:cNvSpPr/>
          <p:nvPr/>
        </p:nvSpPr>
        <p:spPr>
          <a:xfrm>
            <a:off x="637944" y="2530425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Jaksotuskirjaukset 15 osp</a:t>
            </a:r>
          </a:p>
        </p:txBody>
      </p:sp>
      <p:sp>
        <p:nvSpPr>
          <p:cNvPr id="51" name="Suorakulmio 50">
            <a:extLst>
              <a:ext uri="{FF2B5EF4-FFF2-40B4-BE49-F238E27FC236}">
                <a16:creationId xmlns:a16="http://schemas.microsoft.com/office/drawing/2014/main" id="{02495AC6-E3F1-42F2-8676-B73B6775E411}"/>
              </a:ext>
            </a:extLst>
          </p:cNvPr>
          <p:cNvSpPr/>
          <p:nvPr/>
        </p:nvSpPr>
        <p:spPr>
          <a:xfrm>
            <a:off x="637944" y="2738533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Kassapalvelut 15 osp</a:t>
            </a:r>
          </a:p>
        </p:txBody>
      </p:sp>
      <p:sp>
        <p:nvSpPr>
          <p:cNvPr id="52" name="Suorakulmio 51">
            <a:extLst>
              <a:ext uri="{FF2B5EF4-FFF2-40B4-BE49-F238E27FC236}">
                <a16:creationId xmlns:a16="http://schemas.microsoft.com/office/drawing/2014/main" id="{9CD3434D-2258-4CCF-8B00-BF3B70C8A966}"/>
              </a:ext>
            </a:extLst>
          </p:cNvPr>
          <p:cNvSpPr/>
          <p:nvPr/>
        </p:nvSpPr>
        <p:spPr>
          <a:xfrm>
            <a:off x="485310" y="1024340"/>
            <a:ext cx="439904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Ammatilliset tutkinnon osat, valinnaiset (valitaan 105 </a:t>
            </a:r>
            <a:r>
              <a:rPr kumimoji="0" lang="fi-FI" sz="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r>
              <a:rPr kumimoji="0" lang="fi-FI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54" name="Suorakulmio 53">
            <a:extLst>
              <a:ext uri="{FF2B5EF4-FFF2-40B4-BE49-F238E27FC236}">
                <a16:creationId xmlns:a16="http://schemas.microsoft.com/office/drawing/2014/main" id="{0C2801CF-66B8-483D-B917-977077D33B61}"/>
              </a:ext>
            </a:extLst>
          </p:cNvPr>
          <p:cNvSpPr/>
          <p:nvPr/>
        </p:nvSpPr>
        <p:spPr>
          <a:xfrm>
            <a:off x="3045020" y="1873493"/>
            <a:ext cx="2687194" cy="4187688"/>
          </a:xfrm>
          <a:prstGeom prst="rect">
            <a:avLst/>
          </a:prstGeom>
          <a:solidFill>
            <a:srgbClr val="0070C0"/>
          </a:solidFill>
          <a:ln w="952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Suorakulmio 54">
            <a:extLst>
              <a:ext uri="{FF2B5EF4-FFF2-40B4-BE49-F238E27FC236}">
                <a16:creationId xmlns:a16="http://schemas.microsoft.com/office/drawing/2014/main" id="{A1D71094-1781-4121-BD73-CAF3E2FC9891}"/>
              </a:ext>
            </a:extLst>
          </p:cNvPr>
          <p:cNvSpPr/>
          <p:nvPr/>
        </p:nvSpPr>
        <p:spPr>
          <a:xfrm>
            <a:off x="3119348" y="2079249"/>
            <a:ext cx="2541523" cy="216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Työpaikkaohjaajaksi valmentautuminen 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Suorakulmio 55">
            <a:extLst>
              <a:ext uri="{FF2B5EF4-FFF2-40B4-BE49-F238E27FC236}">
                <a16:creationId xmlns:a16="http://schemas.microsoft.com/office/drawing/2014/main" id="{566BB5EA-BABB-41BF-9575-E11F2B438D93}"/>
              </a:ext>
            </a:extLst>
          </p:cNvPr>
          <p:cNvSpPr/>
          <p:nvPr/>
        </p:nvSpPr>
        <p:spPr>
          <a:xfrm>
            <a:off x="3119348" y="2340800"/>
            <a:ext cx="2541523" cy="216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Huippuosaajana toimiminen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57" name="Suorakulmio 56">
            <a:extLst>
              <a:ext uri="{FF2B5EF4-FFF2-40B4-BE49-F238E27FC236}">
                <a16:creationId xmlns:a16="http://schemas.microsoft.com/office/drawing/2014/main" id="{30174AB2-D584-4CC5-8E44-35AAD7274085}"/>
              </a:ext>
            </a:extLst>
          </p:cNvPr>
          <p:cNvSpPr/>
          <p:nvPr/>
        </p:nvSpPr>
        <p:spPr>
          <a:xfrm>
            <a:off x="3119348" y="2602351"/>
            <a:ext cx="2541523" cy="48943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Tutkinnon osa toisesta ammatillisesta perustutkinnosta, ammattitutkinnosta tai erikoisammattitutkinnosta 5 –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8" name="Suorakulmio 57">
            <a:extLst>
              <a:ext uri="{FF2B5EF4-FFF2-40B4-BE49-F238E27FC236}">
                <a16:creationId xmlns:a16="http://schemas.microsoft.com/office/drawing/2014/main" id="{2F2B32CE-37E1-459E-BC50-4AD2883C2027}"/>
              </a:ext>
            </a:extLst>
          </p:cNvPr>
          <p:cNvSpPr/>
          <p:nvPr/>
        </p:nvSpPr>
        <p:spPr>
          <a:xfrm>
            <a:off x="3117087" y="3137338"/>
            <a:ext cx="2541523" cy="216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Korkeakouluopinnot 5 – 15 osp </a:t>
            </a:r>
          </a:p>
        </p:txBody>
      </p:sp>
      <p:sp>
        <p:nvSpPr>
          <p:cNvPr id="59" name="Suorakulmio 58">
            <a:extLst>
              <a:ext uri="{FF2B5EF4-FFF2-40B4-BE49-F238E27FC236}">
                <a16:creationId xmlns:a16="http://schemas.microsoft.com/office/drawing/2014/main" id="{8E776A10-75E5-43A7-ACFF-AB4812486502}"/>
              </a:ext>
            </a:extLst>
          </p:cNvPr>
          <p:cNvSpPr/>
          <p:nvPr/>
        </p:nvSpPr>
        <p:spPr>
          <a:xfrm>
            <a:off x="3121145" y="3398889"/>
            <a:ext cx="2537465" cy="48943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Yhteisten tutkinnon osien osa-alueita, lukio-opintoja tai muita jatko-opinto-valmiuksia tukevia opintoja</a:t>
            </a:r>
            <a:b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– 25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0" name="Tekstikehys 85">
            <a:extLst>
              <a:ext uri="{FF2B5EF4-FFF2-40B4-BE49-F238E27FC236}">
                <a16:creationId xmlns:a16="http://schemas.microsoft.com/office/drawing/2014/main" id="{995B05D8-35C8-41D9-B0B7-B89D51CCC5E9}"/>
              </a:ext>
            </a:extLst>
          </p:cNvPr>
          <p:cNvSpPr txBox="1"/>
          <p:nvPr/>
        </p:nvSpPr>
        <p:spPr>
          <a:xfrm>
            <a:off x="3045020" y="1873493"/>
            <a:ext cx="2655806" cy="200055"/>
          </a:xfrm>
          <a:prstGeom prst="rect">
            <a:avLst/>
          </a:prstGeom>
          <a:solidFill>
            <a:srgbClr val="006FBA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Ammatilliset tutkinnon osat, valinnaiset</a:t>
            </a:r>
          </a:p>
        </p:txBody>
      </p:sp>
      <p:sp>
        <p:nvSpPr>
          <p:cNvPr id="61" name="Suorakulmio 60">
            <a:extLst>
              <a:ext uri="{FF2B5EF4-FFF2-40B4-BE49-F238E27FC236}">
                <a16:creationId xmlns:a16="http://schemas.microsoft.com/office/drawing/2014/main" id="{74C27437-9E91-4B94-9512-0FC10E2FB94C}"/>
              </a:ext>
            </a:extLst>
          </p:cNvPr>
          <p:cNvSpPr/>
          <p:nvPr/>
        </p:nvSpPr>
        <p:spPr>
          <a:xfrm>
            <a:off x="3095542" y="4595131"/>
            <a:ext cx="2568370" cy="1312179"/>
          </a:xfrm>
          <a:prstGeom prst="rect">
            <a:avLst/>
          </a:prstGeom>
          <a:solidFill>
            <a:srgbClr val="ABD9FF">
              <a:alpha val="49804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2" name="Suorakulmio 61">
            <a:extLst>
              <a:ext uri="{FF2B5EF4-FFF2-40B4-BE49-F238E27FC236}">
                <a16:creationId xmlns:a16="http://schemas.microsoft.com/office/drawing/2014/main" id="{F4EFB611-507D-423F-9875-96F0EEEA7650}"/>
              </a:ext>
            </a:extLst>
          </p:cNvPr>
          <p:cNvSpPr/>
          <p:nvPr/>
        </p:nvSpPr>
        <p:spPr>
          <a:xfrm>
            <a:off x="3117088" y="3933878"/>
            <a:ext cx="2537465" cy="344906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Kansainvälisessä työympäristössä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toim</a:t>
            </a:r>
            <a:r>
              <a:rPr lang="fi-FI" sz="80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iminen</a:t>
            </a:r>
            <a:br>
              <a:rPr lang="fi-FI" sz="8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3" name="Suorakulmio 62">
            <a:extLst>
              <a:ext uri="{FF2B5EF4-FFF2-40B4-BE49-F238E27FC236}">
                <a16:creationId xmlns:a16="http://schemas.microsoft.com/office/drawing/2014/main" id="{8BE137DE-5E42-4078-8BB9-C66336A91126}"/>
              </a:ext>
            </a:extLst>
          </p:cNvPr>
          <p:cNvSpPr/>
          <p:nvPr/>
        </p:nvSpPr>
        <p:spPr>
          <a:xfrm>
            <a:off x="3151341" y="4952386"/>
            <a:ext cx="2457808" cy="230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Muotikaupan tuote- ja trendituntemus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4" name="Suorakulmio 63">
            <a:extLst>
              <a:ext uri="{FF2B5EF4-FFF2-40B4-BE49-F238E27FC236}">
                <a16:creationId xmlns:a16="http://schemas.microsoft.com/office/drawing/2014/main" id="{300C0680-FC74-4749-B852-6078EEC62EDF}"/>
              </a:ext>
            </a:extLst>
          </p:cNvPr>
          <p:cNvSpPr/>
          <p:nvPr/>
        </p:nvSpPr>
        <p:spPr>
          <a:xfrm>
            <a:off x="3151341" y="5257766"/>
            <a:ext cx="2455540" cy="230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Pieneläinalan asiakaspalvelija 15 osp</a:t>
            </a:r>
          </a:p>
        </p:txBody>
      </p:sp>
      <p:sp>
        <p:nvSpPr>
          <p:cNvPr id="67" name="Tekstiruutu 66">
            <a:extLst>
              <a:ext uri="{FF2B5EF4-FFF2-40B4-BE49-F238E27FC236}">
                <a16:creationId xmlns:a16="http://schemas.microsoft.com/office/drawing/2014/main" id="{EB844CA9-DACE-4D32-B60E-F3CAB8819AB5}"/>
              </a:ext>
            </a:extLst>
          </p:cNvPr>
          <p:cNvSpPr txBox="1"/>
          <p:nvPr/>
        </p:nvSpPr>
        <p:spPr>
          <a:xfrm>
            <a:off x="3076408" y="4613487"/>
            <a:ext cx="2582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Paikalliset tutkinnon osat, valinnaiset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Voidaan valita vain yksi, </a:t>
            </a:r>
            <a:r>
              <a:rPr kumimoji="0" lang="fi-FI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15 </a:t>
            </a:r>
            <a:r>
              <a:rPr kumimoji="0" lang="fi-FI" sz="7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r>
              <a:rPr kumimoji="0" lang="fi-FI" sz="7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kumimoji="0" lang="fi-FI" sz="7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8" name="Ryhmä 67">
            <a:extLst>
              <a:ext uri="{FF2B5EF4-FFF2-40B4-BE49-F238E27FC236}">
                <a16:creationId xmlns:a16="http://schemas.microsoft.com/office/drawing/2014/main" id="{8B36F8CC-506A-477C-AE86-9442C98AB5D3}"/>
              </a:ext>
            </a:extLst>
          </p:cNvPr>
          <p:cNvGrpSpPr/>
          <p:nvPr/>
        </p:nvGrpSpPr>
        <p:grpSpPr>
          <a:xfrm>
            <a:off x="5886681" y="400034"/>
            <a:ext cx="3335556" cy="6327217"/>
            <a:chOff x="5629212" y="947046"/>
            <a:chExt cx="3335556" cy="5741417"/>
          </a:xfrm>
        </p:grpSpPr>
        <p:grpSp>
          <p:nvGrpSpPr>
            <p:cNvPr id="69" name="Ryhmä 68">
              <a:extLst>
                <a:ext uri="{FF2B5EF4-FFF2-40B4-BE49-F238E27FC236}">
                  <a16:creationId xmlns:a16="http://schemas.microsoft.com/office/drawing/2014/main" id="{C98D530D-FF5B-444F-BDB1-5E50E491F00D}"/>
                </a:ext>
              </a:extLst>
            </p:cNvPr>
            <p:cNvGrpSpPr/>
            <p:nvPr/>
          </p:nvGrpSpPr>
          <p:grpSpPr>
            <a:xfrm>
              <a:off x="5629212" y="947046"/>
              <a:ext cx="3335556" cy="5741417"/>
              <a:chOff x="5390694" y="1018026"/>
              <a:chExt cx="3335556" cy="5741417"/>
            </a:xfrm>
          </p:grpSpPr>
          <p:sp>
            <p:nvSpPr>
              <p:cNvPr id="71" name="Suorakulmio 70">
                <a:extLst>
                  <a:ext uri="{FF2B5EF4-FFF2-40B4-BE49-F238E27FC236}">
                    <a16:creationId xmlns:a16="http://schemas.microsoft.com/office/drawing/2014/main" id="{2BCBADE2-38EF-4F47-8DA1-3C58E0DA06BE}"/>
                  </a:ext>
                </a:extLst>
              </p:cNvPr>
              <p:cNvSpPr/>
              <p:nvPr/>
            </p:nvSpPr>
            <p:spPr>
              <a:xfrm>
                <a:off x="5390694" y="1018026"/>
                <a:ext cx="3335556" cy="5741417"/>
              </a:xfrm>
              <a:prstGeom prst="rect">
                <a:avLst/>
              </a:prstGeom>
              <a:solidFill>
                <a:srgbClr val="6D6E7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2" name="Suorakulmio 71">
                <a:extLst>
                  <a:ext uri="{FF2B5EF4-FFF2-40B4-BE49-F238E27FC236}">
                    <a16:creationId xmlns:a16="http://schemas.microsoft.com/office/drawing/2014/main" id="{8FA8BCBD-8666-4FD2-81ED-31EA9598296D}"/>
                  </a:ext>
                </a:extLst>
              </p:cNvPr>
              <p:cNvSpPr/>
              <p:nvPr/>
            </p:nvSpPr>
            <p:spPr>
              <a:xfrm>
                <a:off x="5477236" y="1591445"/>
                <a:ext cx="3170131" cy="178111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i-FI" sz="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Viestintä- ja vuorovaikutusosaaminen 11 </a:t>
                </a:r>
                <a:r>
                  <a:rPr kumimoji="0" lang="fi-FI" sz="800" b="1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(pakolliset)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äidinkielellä, suomi 4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fi-FI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tai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äidinkielellä, suomi 2, 4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endPara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toisella kotimaisella kielellä, ruotsi 1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endPara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vieraalla kielellä, englanti 3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Toiminta digitaalisessa ympäristössä, 2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Taide ja luova ilmaisu, 1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Viestintä- ja vuorovaikutusosaaminen  0 - 6 </a:t>
                </a:r>
                <a:r>
                  <a:rPr kumimoji="0" lang="fi-FI" sz="8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(valinnaisten tarjonta </a:t>
                </a:r>
                <a:r>
                  <a:rPr kumimoji="0" lang="fi-FI" sz="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yhteishaun kautta aloittaville</a:t>
                </a:r>
                <a:r>
                  <a:rPr kumimoji="0" lang="fi-FI" sz="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)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äidinkielellä, suomi 3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  <a:r>
                  <a:rPr kumimoji="0" lang="fi-FI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tai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äidinkielellä, suomi 2, 3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endPara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Viestintä ja vuorovaikutus vieraalla kielellä, englanti 3 </a:t>
                </a:r>
                <a:r>
                  <a:rPr kumimoji="0" lang="fi-FI" sz="8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osp</a:t>
                </a:r>
                <a:endPara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3" name="Suorakulmio 72">
                <a:extLst>
                  <a:ext uri="{FF2B5EF4-FFF2-40B4-BE49-F238E27FC236}">
                    <a16:creationId xmlns:a16="http://schemas.microsoft.com/office/drawing/2014/main" id="{47AA79F6-5FDD-4679-8AAA-31882D0EFFE1}"/>
                  </a:ext>
                </a:extLst>
              </p:cNvPr>
              <p:cNvSpPr/>
              <p:nvPr/>
            </p:nvSpPr>
            <p:spPr>
              <a:xfrm>
                <a:off x="5477236" y="3452591"/>
                <a:ext cx="3166226" cy="59539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i-FI" sz="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Matemaattis-luonnontieteellinen osaaminen 6 osp (pakolliset)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Matematiikka ja matematiikan soveltaminen 4 osp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Fysikaaliset ja kemialliset ilmiöt ja niiden soveltaminen 2 osp </a:t>
                </a:r>
              </a:p>
            </p:txBody>
          </p:sp>
          <p:sp>
            <p:nvSpPr>
              <p:cNvPr id="74" name="Suorakulmio 73">
                <a:extLst>
                  <a:ext uri="{FF2B5EF4-FFF2-40B4-BE49-F238E27FC236}">
                    <a16:creationId xmlns:a16="http://schemas.microsoft.com/office/drawing/2014/main" id="{7FFFE64E-59A2-45A1-B4E2-179AB5B597D0}"/>
                  </a:ext>
                </a:extLst>
              </p:cNvPr>
              <p:cNvSpPr/>
              <p:nvPr/>
            </p:nvSpPr>
            <p:spPr>
              <a:xfrm>
                <a:off x="5477236" y="4151659"/>
                <a:ext cx="3183439" cy="95801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i-FI" sz="8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Yhteiskunta- ja työelämäosaaminen 9 osp (pakolliset)</a:t>
                </a:r>
                <a:r>
                  <a:rPr kumimoji="0" lang="fi-FI" sz="8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Yhteiskunnassa ja kansalaisena toimiminen 2 osp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Työelämässä toimiminen 2 osp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Opiskelu- ja urasuunnitteluvalmiudet 1 osp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Yrittäjyys ja yrittäjämäinen toiminta 1 osp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Työkyvyn ja hyvinvoinnin ylläpitäminen 2 osp 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i-FI" sz="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Kestävän kehityksen edistäminen 1 osp  </a:t>
                </a:r>
              </a:p>
            </p:txBody>
          </p:sp>
          <p:sp>
            <p:nvSpPr>
              <p:cNvPr id="75" name="Tekstikehys 85">
                <a:extLst>
                  <a:ext uri="{FF2B5EF4-FFF2-40B4-BE49-F238E27FC236}">
                    <a16:creationId xmlns:a16="http://schemas.microsoft.com/office/drawing/2014/main" id="{26183EEF-D141-4A12-A682-4D4A80C46C56}"/>
                  </a:ext>
                </a:extLst>
              </p:cNvPr>
              <p:cNvSpPr txBox="1"/>
              <p:nvPr/>
            </p:nvSpPr>
            <p:spPr>
              <a:xfrm>
                <a:off x="5418821" y="1058335"/>
                <a:ext cx="3209666" cy="367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i-FI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Yhteiset tutkinnon osat 35 osp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i-FI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pakolliset 26 osp ja valinnaiset 9 osp (valitaan 35 osp) </a:t>
                </a:r>
              </a:p>
            </p:txBody>
          </p:sp>
        </p:grpSp>
        <p:sp>
          <p:nvSpPr>
            <p:cNvPr id="70" name="Suorakulmio 69">
              <a:extLst>
                <a:ext uri="{FF2B5EF4-FFF2-40B4-BE49-F238E27FC236}">
                  <a16:creationId xmlns:a16="http://schemas.microsoft.com/office/drawing/2014/main" id="{D1D0CDB1-11DE-42C2-B7D6-80B97CC5CBA9}"/>
                </a:ext>
              </a:extLst>
            </p:cNvPr>
            <p:cNvSpPr/>
            <p:nvPr/>
          </p:nvSpPr>
          <p:spPr>
            <a:xfrm>
              <a:off x="5715754" y="5146251"/>
              <a:ext cx="3183439" cy="1381044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Lisäksi valinnaisia tavoitteita siten, että 9 osp täyttyy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i-FI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Yhteisten tutkinnon osien valinnaiset osaamistavoitteet voivat olla tutkinnon perusteissa määrättyjä tai koulutuksen järjestäjän päättämiä muita valinnaisia osaamistavoitteita, jotka tukevat kyseisen tutkinnon osan ja sen osa-alueiden tutkinnon perusteissa määrättyjä tavoitteita. Valinnaisiin osaamistavoitteisiin voidaan sisällyttää myös opiskelijan aiemmin hankkimaa osaamista, joka tukee kyseisen tutkinnon osan ja sen osa-alueiden tutkinnon perusteissa määrättyjä osaamistavoitteita </a:t>
              </a:r>
            </a:p>
          </p:txBody>
        </p:sp>
      </p:grpSp>
      <p:sp>
        <p:nvSpPr>
          <p:cNvPr id="78" name="Suorakulmio 77">
            <a:extLst>
              <a:ext uri="{FF2B5EF4-FFF2-40B4-BE49-F238E27FC236}">
                <a16:creationId xmlns:a16="http://schemas.microsoft.com/office/drawing/2014/main" id="{16AB78D5-C33A-4B92-B067-465A0DBFDF1B}"/>
              </a:ext>
            </a:extLst>
          </p:cNvPr>
          <p:cNvSpPr/>
          <p:nvPr/>
        </p:nvSpPr>
        <p:spPr>
          <a:xfrm>
            <a:off x="3151341" y="5538167"/>
            <a:ext cx="2455540" cy="230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Tekninen myynti 15 osp</a:t>
            </a: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ECE55E97-DC2F-1343-7FF3-D52FCE143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29896" y="2242421"/>
            <a:ext cx="2970304" cy="4501279"/>
          </a:xfrm>
          <a:prstGeom prst="rect">
            <a:avLst/>
          </a:prstGeom>
        </p:spPr>
      </p:pic>
      <p:sp>
        <p:nvSpPr>
          <p:cNvPr id="4" name="Suorakulmio 3">
            <a:extLst>
              <a:ext uri="{FF2B5EF4-FFF2-40B4-BE49-F238E27FC236}">
                <a16:creationId xmlns:a16="http://schemas.microsoft.com/office/drawing/2014/main" id="{27F7BD8F-DC15-F978-5DA0-894D4D1245E3}"/>
              </a:ext>
            </a:extLst>
          </p:cNvPr>
          <p:cNvSpPr/>
          <p:nvPr/>
        </p:nvSpPr>
        <p:spPr>
          <a:xfrm>
            <a:off x="637943" y="4816685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Projektissa toimiminen 15 osp</a:t>
            </a:r>
          </a:p>
        </p:txBody>
      </p:sp>
      <p:sp>
        <p:nvSpPr>
          <p:cNvPr id="6" name="Suorakulmio 5">
            <a:extLst>
              <a:ext uri="{FF2B5EF4-FFF2-40B4-BE49-F238E27FC236}">
                <a16:creationId xmlns:a16="http://schemas.microsoft.com/office/drawing/2014/main" id="{438E80BF-4C7A-0BF4-9A2B-0A07C31B55F0}"/>
              </a:ext>
            </a:extLst>
          </p:cNvPr>
          <p:cNvSpPr/>
          <p:nvPr/>
        </p:nvSpPr>
        <p:spPr>
          <a:xfrm>
            <a:off x="637943" y="5024794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Sisäiset palvelut ja tiedon käsittely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uorakulmio 6">
            <a:extLst>
              <a:ext uri="{FF2B5EF4-FFF2-40B4-BE49-F238E27FC236}">
                <a16:creationId xmlns:a16="http://schemas.microsoft.com/office/drawing/2014/main" id="{B6864DD5-6A0F-146B-8E9C-5823D411546E}"/>
              </a:ext>
            </a:extLst>
          </p:cNvPr>
          <p:cNvSpPr/>
          <p:nvPr/>
        </p:nvSpPr>
        <p:spPr>
          <a:xfrm>
            <a:off x="637943" y="5233207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Tapahtumajärjestelyt 15 osp</a:t>
            </a:r>
          </a:p>
        </p:txBody>
      </p:sp>
      <p:sp>
        <p:nvSpPr>
          <p:cNvPr id="8" name="Suorakulmio 7">
            <a:extLst>
              <a:ext uri="{FF2B5EF4-FFF2-40B4-BE49-F238E27FC236}">
                <a16:creationId xmlns:a16="http://schemas.microsoft.com/office/drawing/2014/main" id="{C45D807A-7665-0751-C2D8-D576A4B56264}"/>
              </a:ext>
            </a:extLst>
          </p:cNvPr>
          <p:cNvSpPr/>
          <p:nvPr/>
        </p:nvSpPr>
        <p:spPr>
          <a:xfrm>
            <a:off x="637943" y="5436550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Tuloverotus ja tilinpäätösasiakirjat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CA802C7-C24E-9A43-24F3-728D1F3E8867}"/>
              </a:ext>
            </a:extLst>
          </p:cNvPr>
          <p:cNvSpPr/>
          <p:nvPr/>
        </p:nvSpPr>
        <p:spPr>
          <a:xfrm>
            <a:off x="637943" y="5644659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Tuote- ja palveluneuvonta 15 osp</a:t>
            </a:r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8D35F8C8-DDC5-B131-1935-C713545075FB}"/>
              </a:ext>
            </a:extLst>
          </p:cNvPr>
          <p:cNvSpPr/>
          <p:nvPr/>
        </p:nvSpPr>
        <p:spPr>
          <a:xfrm>
            <a:off x="637943" y="5853072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Tuotekeräily 15 osp</a:t>
            </a:r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C71BD933-3CEE-08A3-A337-B1A047367350}"/>
              </a:ext>
            </a:extLst>
          </p:cNvPr>
          <p:cNvSpPr/>
          <p:nvPr/>
        </p:nvSpPr>
        <p:spPr>
          <a:xfrm>
            <a:off x="637943" y="6061181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Visuaalinen myyntityö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uorakulmio 1">
            <a:extLst>
              <a:ext uri="{FF2B5EF4-FFF2-40B4-BE49-F238E27FC236}">
                <a16:creationId xmlns:a16="http://schemas.microsoft.com/office/drawing/2014/main" id="{3C3D3E96-E7D5-1EB5-82B0-BC2F1EA81A20}"/>
              </a:ext>
            </a:extLst>
          </p:cNvPr>
          <p:cNvSpPr/>
          <p:nvPr/>
        </p:nvSpPr>
        <p:spPr>
          <a:xfrm>
            <a:off x="3106966" y="4314234"/>
            <a:ext cx="2537465" cy="227684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Ilmastovastuullinen toiminta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uorakulmio 4">
            <a:extLst>
              <a:ext uri="{FF2B5EF4-FFF2-40B4-BE49-F238E27FC236}">
                <a16:creationId xmlns:a16="http://schemas.microsoft.com/office/drawing/2014/main" id="{1AE37C93-692B-710E-AAE4-4614FF7D65F4}"/>
              </a:ext>
            </a:extLst>
          </p:cNvPr>
          <p:cNvSpPr/>
          <p:nvPr/>
        </p:nvSpPr>
        <p:spPr>
          <a:xfrm>
            <a:off x="637943" y="6269289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Yritystoiminnan suunnittelu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DB6E9C91-6ED5-D8DC-6ECB-47FB9FA8BCEC}"/>
              </a:ext>
            </a:extLst>
          </p:cNvPr>
          <p:cNvSpPr/>
          <p:nvPr/>
        </p:nvSpPr>
        <p:spPr>
          <a:xfrm>
            <a:off x="637943" y="6477692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Yrityksessä toimiminen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9A6DB378-DE0A-8D01-7A14-602A6F4A5324}"/>
              </a:ext>
            </a:extLst>
          </p:cNvPr>
          <p:cNvSpPr/>
          <p:nvPr/>
        </p:nvSpPr>
        <p:spPr>
          <a:xfrm>
            <a:off x="637943" y="2320804"/>
            <a:ext cx="2159886" cy="19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Ilmastovastuullinen toiminta 15 </a:t>
            </a:r>
            <a:r>
              <a:rPr kumimoji="0" lang="fi-FI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osp</a:t>
            </a:r>
            <a:endParaRPr kumimoji="0" lang="fi-FI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64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an otsikko">
            <a:extLst>
              <a:ext uri="{FF2B5EF4-FFF2-40B4-BE49-F238E27FC236}">
                <a16:creationId xmlns:a16="http://schemas.microsoft.com/office/drawing/2014/main" id="{82336B3C-0982-49C2-85B3-D4D69E435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545" y="493389"/>
            <a:ext cx="11340000" cy="540000"/>
          </a:xfrm>
        </p:spPr>
        <p:txBody>
          <a:bodyPr rtlCol="0">
            <a:noAutofit/>
          </a:bodyPr>
          <a:lstStyle/>
          <a:p>
            <a:pPr rtl="0"/>
            <a:r>
              <a:rPr lang="fi-FI" sz="4000"/>
              <a:t>1. Aikataulu - 2026 tutkinnonperusteiden</a:t>
            </a:r>
            <a:br>
              <a:rPr lang="fi-FI" sz="4000"/>
            </a:br>
            <a:r>
              <a:rPr lang="fi-FI" sz="4000"/>
              <a:t>toteutussuunnitelma</a:t>
            </a:r>
          </a:p>
        </p:txBody>
      </p:sp>
      <p:grpSp>
        <p:nvGrpSpPr>
          <p:cNvPr id="131" name="Aikajana" title="Aikajana">
            <a:extLst>
              <a:ext uri="{FF2B5EF4-FFF2-40B4-BE49-F238E27FC236}">
                <a16:creationId xmlns:a16="http://schemas.microsoft.com/office/drawing/2014/main" id="{80E90EA6-F479-4B68-B9E1-1C3BA327F709}"/>
              </a:ext>
            </a:extLst>
          </p:cNvPr>
          <p:cNvGrpSpPr/>
          <p:nvPr/>
        </p:nvGrpSpPr>
        <p:grpSpPr>
          <a:xfrm>
            <a:off x="418011" y="3945352"/>
            <a:ext cx="11214665" cy="165471"/>
            <a:chOff x="418011" y="3346265"/>
            <a:chExt cx="11214665" cy="165471"/>
          </a:xfrm>
        </p:grpSpPr>
        <p:cxnSp>
          <p:nvCxnSpPr>
            <p:cNvPr id="132" name="Suoran nuolen yhdysviiva 131">
              <a:extLst>
                <a:ext uri="{FF2B5EF4-FFF2-40B4-BE49-F238E27FC236}">
                  <a16:creationId xmlns:a16="http://schemas.microsoft.com/office/drawing/2014/main" id="{660CCE5D-ECB2-4A25-ABD8-9C08E3FC417B}"/>
                </a:ext>
              </a:extLst>
            </p:cNvPr>
            <p:cNvCxnSpPr>
              <a:cxnSpLocks/>
            </p:cNvCxnSpPr>
            <p:nvPr/>
          </p:nvCxnSpPr>
          <p:spPr>
            <a:xfrm>
              <a:off x="418011" y="3429000"/>
              <a:ext cx="11214665" cy="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uora yhdysviiva 132">
              <a:extLst>
                <a:ext uri="{FF2B5EF4-FFF2-40B4-BE49-F238E27FC236}">
                  <a16:creationId xmlns:a16="http://schemas.microsoft.com/office/drawing/2014/main" id="{81BDAB50-CB43-4CDA-A153-680C3AD2A9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747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uora yhdysviiva 133">
              <a:extLst>
                <a:ext uri="{FF2B5EF4-FFF2-40B4-BE49-F238E27FC236}">
                  <a16:creationId xmlns:a16="http://schemas.microsoft.com/office/drawing/2014/main" id="{BC29E3BD-5A12-4FFD-B1C1-90F4794AE974}"/>
                </a:ext>
              </a:extLst>
            </p:cNvPr>
            <p:cNvCxnSpPr>
              <a:cxnSpLocks/>
            </p:cNvCxnSpPr>
            <p:nvPr/>
          </p:nvCxnSpPr>
          <p:spPr>
            <a:xfrm>
              <a:off x="1714868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uora yhdysviiva 144">
              <a:extLst>
                <a:ext uri="{FF2B5EF4-FFF2-40B4-BE49-F238E27FC236}">
                  <a16:creationId xmlns:a16="http://schemas.microsoft.com/office/drawing/2014/main" id="{F632B552-5CE0-4F61-8227-D17EF98991EB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60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uora yhdysviiva 156">
              <a:extLst>
                <a:ext uri="{FF2B5EF4-FFF2-40B4-BE49-F238E27FC236}">
                  <a16:creationId xmlns:a16="http://schemas.microsoft.com/office/drawing/2014/main" id="{FCA0E0ED-2B0C-4C9D-A1D5-FDBDA765B8F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652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uora yhdysviiva 157">
              <a:extLst>
                <a:ext uri="{FF2B5EF4-FFF2-40B4-BE49-F238E27FC236}">
                  <a16:creationId xmlns:a16="http://schemas.microsoft.com/office/drawing/2014/main" id="{C0E97CC2-3A8F-4FE7-8870-B3E9D1ECACA5}"/>
                </a:ext>
              </a:extLst>
            </p:cNvPr>
            <p:cNvCxnSpPr>
              <a:cxnSpLocks/>
            </p:cNvCxnSpPr>
            <p:nvPr/>
          </p:nvCxnSpPr>
          <p:spPr>
            <a:xfrm>
              <a:off x="3657044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uora yhdysviiva 158">
              <a:extLst>
                <a:ext uri="{FF2B5EF4-FFF2-40B4-BE49-F238E27FC236}">
                  <a16:creationId xmlns:a16="http://schemas.microsoft.com/office/drawing/2014/main" id="{3FD91290-3B48-4FA9-B818-25FA9E03C8CA}"/>
                </a:ext>
              </a:extLst>
            </p:cNvPr>
            <p:cNvCxnSpPr>
              <a:cxnSpLocks/>
            </p:cNvCxnSpPr>
            <p:nvPr/>
          </p:nvCxnSpPr>
          <p:spPr>
            <a:xfrm>
              <a:off x="430443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uora yhdysviiva 159">
              <a:extLst>
                <a:ext uri="{FF2B5EF4-FFF2-40B4-BE49-F238E27FC236}">
                  <a16:creationId xmlns:a16="http://schemas.microsoft.com/office/drawing/2014/main" id="{D567788E-8E0F-4D00-8FF1-4B165095861B}"/>
                </a:ext>
              </a:extLst>
            </p:cNvPr>
            <p:cNvCxnSpPr>
              <a:cxnSpLocks/>
            </p:cNvCxnSpPr>
            <p:nvPr/>
          </p:nvCxnSpPr>
          <p:spPr>
            <a:xfrm>
              <a:off x="4951828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uora yhdysviiva 160">
              <a:extLst>
                <a:ext uri="{FF2B5EF4-FFF2-40B4-BE49-F238E27FC236}">
                  <a16:creationId xmlns:a16="http://schemas.microsoft.com/office/drawing/2014/main" id="{0CDC95D9-C03C-4F5D-AFB1-D0AE81264BC4}"/>
                </a:ext>
              </a:extLst>
            </p:cNvPr>
            <p:cNvCxnSpPr>
              <a:cxnSpLocks/>
            </p:cNvCxnSpPr>
            <p:nvPr/>
          </p:nvCxnSpPr>
          <p:spPr>
            <a:xfrm>
              <a:off x="5599220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uora yhdysviiva 161">
              <a:extLst>
                <a:ext uri="{FF2B5EF4-FFF2-40B4-BE49-F238E27FC236}">
                  <a16:creationId xmlns:a16="http://schemas.microsoft.com/office/drawing/2014/main" id="{1BF3CA6B-24E1-4940-AC23-5BCBBDE1ECF2}"/>
                </a:ext>
              </a:extLst>
            </p:cNvPr>
            <p:cNvCxnSpPr>
              <a:cxnSpLocks/>
            </p:cNvCxnSpPr>
            <p:nvPr/>
          </p:nvCxnSpPr>
          <p:spPr>
            <a:xfrm>
              <a:off x="6246612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uora yhdysviiva 162">
              <a:extLst>
                <a:ext uri="{FF2B5EF4-FFF2-40B4-BE49-F238E27FC236}">
                  <a16:creationId xmlns:a16="http://schemas.microsoft.com/office/drawing/2014/main" id="{6791226E-3A19-4DA3-AB9B-3EA9BD4F99CB}"/>
                </a:ext>
              </a:extLst>
            </p:cNvPr>
            <p:cNvCxnSpPr>
              <a:cxnSpLocks/>
            </p:cNvCxnSpPr>
            <p:nvPr/>
          </p:nvCxnSpPr>
          <p:spPr>
            <a:xfrm>
              <a:off x="6894004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uora yhdysviiva 163">
              <a:extLst>
                <a:ext uri="{FF2B5EF4-FFF2-40B4-BE49-F238E27FC236}">
                  <a16:creationId xmlns:a16="http://schemas.microsoft.com/office/drawing/2014/main" id="{4ECA7BD4-0732-4C8E-9491-C3022617866F}"/>
                </a:ext>
              </a:extLst>
            </p:cNvPr>
            <p:cNvCxnSpPr>
              <a:cxnSpLocks/>
            </p:cNvCxnSpPr>
            <p:nvPr/>
          </p:nvCxnSpPr>
          <p:spPr>
            <a:xfrm>
              <a:off x="754139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uora yhdysviiva 164">
              <a:extLst>
                <a:ext uri="{FF2B5EF4-FFF2-40B4-BE49-F238E27FC236}">
                  <a16:creationId xmlns:a16="http://schemas.microsoft.com/office/drawing/2014/main" id="{966C6701-F2E7-4932-8C7E-DD6857011DF7}"/>
                </a:ext>
              </a:extLst>
            </p:cNvPr>
            <p:cNvCxnSpPr>
              <a:cxnSpLocks/>
            </p:cNvCxnSpPr>
            <p:nvPr/>
          </p:nvCxnSpPr>
          <p:spPr>
            <a:xfrm>
              <a:off x="8188788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uora yhdysviiva 165">
              <a:extLst>
                <a:ext uri="{FF2B5EF4-FFF2-40B4-BE49-F238E27FC236}">
                  <a16:creationId xmlns:a16="http://schemas.microsoft.com/office/drawing/2014/main" id="{29A24C7C-DD75-4CDA-8E9E-432042F4F352}"/>
                </a:ext>
              </a:extLst>
            </p:cNvPr>
            <p:cNvCxnSpPr>
              <a:cxnSpLocks/>
            </p:cNvCxnSpPr>
            <p:nvPr/>
          </p:nvCxnSpPr>
          <p:spPr>
            <a:xfrm>
              <a:off x="8836180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uora yhdysviiva 166">
              <a:extLst>
                <a:ext uri="{FF2B5EF4-FFF2-40B4-BE49-F238E27FC236}">
                  <a16:creationId xmlns:a16="http://schemas.microsoft.com/office/drawing/2014/main" id="{BE5916AC-0A29-43A7-B6B0-504998D9755F}"/>
                </a:ext>
              </a:extLst>
            </p:cNvPr>
            <p:cNvCxnSpPr>
              <a:cxnSpLocks/>
            </p:cNvCxnSpPr>
            <p:nvPr/>
          </p:nvCxnSpPr>
          <p:spPr>
            <a:xfrm>
              <a:off x="9483572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uora yhdysviiva 169">
              <a:extLst>
                <a:ext uri="{FF2B5EF4-FFF2-40B4-BE49-F238E27FC236}">
                  <a16:creationId xmlns:a16="http://schemas.microsoft.com/office/drawing/2014/main" id="{7CE8999A-CE76-47FC-BF29-60696446007F}"/>
                </a:ext>
              </a:extLst>
            </p:cNvPr>
            <p:cNvCxnSpPr>
              <a:cxnSpLocks/>
            </p:cNvCxnSpPr>
            <p:nvPr/>
          </p:nvCxnSpPr>
          <p:spPr>
            <a:xfrm>
              <a:off x="10130964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uora yhdysviiva 173">
              <a:extLst>
                <a:ext uri="{FF2B5EF4-FFF2-40B4-BE49-F238E27FC236}">
                  <a16:creationId xmlns:a16="http://schemas.microsoft.com/office/drawing/2014/main" id="{331041EE-1B35-41D4-8FBE-39465DC15FB6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356" y="3346265"/>
              <a:ext cx="0" cy="165471"/>
            </a:xfrm>
            <a:prstGeom prst="line">
              <a:avLst/>
            </a:prstGeom>
            <a:ln cmpd="sng">
              <a:solidFill>
                <a:schemeClr val="bg1">
                  <a:lumMod val="85000"/>
                </a:schemeClr>
              </a:solidFill>
              <a:prstDash val="sysDash"/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5" name="Nuoli: Välitavoitteen 1 U-käännös" title="Aikajanan nuoli">
            <a:extLst>
              <a:ext uri="{FF2B5EF4-FFF2-40B4-BE49-F238E27FC236}">
                <a16:creationId xmlns:a16="http://schemas.microsoft.com/office/drawing/2014/main" id="{36189603-5B44-4AF3-AEC6-6281E5F556A7}"/>
              </a:ext>
            </a:extLst>
          </p:cNvPr>
          <p:cNvSpPr/>
          <p:nvPr/>
        </p:nvSpPr>
        <p:spPr>
          <a:xfrm>
            <a:off x="418011" y="3377120"/>
            <a:ext cx="1584000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76" name="Kesto 1" title="Keston teksti">
            <a:extLst>
              <a:ext uri="{FF2B5EF4-FFF2-40B4-BE49-F238E27FC236}">
                <a16:creationId xmlns:a16="http://schemas.microsoft.com/office/drawing/2014/main" id="{BA99AB34-2A44-45C5-B5D9-CD9BEAB95EEE}"/>
              </a:ext>
            </a:extLst>
          </p:cNvPr>
          <p:cNvSpPr txBox="1"/>
          <p:nvPr/>
        </p:nvSpPr>
        <p:spPr>
          <a:xfrm>
            <a:off x="697775" y="3428437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3/2026</a:t>
            </a:r>
          </a:p>
        </p:txBody>
      </p:sp>
      <p:grpSp>
        <p:nvGrpSpPr>
          <p:cNvPr id="180" name="Välitavoitteen 1 teksti" title="Kohteen teksti">
            <a:extLst>
              <a:ext uri="{FF2B5EF4-FFF2-40B4-BE49-F238E27FC236}">
                <a16:creationId xmlns:a16="http://schemas.microsoft.com/office/drawing/2014/main" id="{A59FA398-8B0D-49E0-809E-6B58DA1A7F0E}"/>
              </a:ext>
            </a:extLst>
          </p:cNvPr>
          <p:cNvGrpSpPr/>
          <p:nvPr/>
        </p:nvGrpSpPr>
        <p:grpSpPr>
          <a:xfrm>
            <a:off x="188401" y="1571713"/>
            <a:ext cx="2197533" cy="1031149"/>
            <a:chOff x="568099" y="1762315"/>
            <a:chExt cx="1861654" cy="1209510"/>
          </a:xfrm>
        </p:grpSpPr>
        <p:sp>
          <p:nvSpPr>
            <p:cNvPr id="181" name="Tekstiruutu 180">
              <a:extLst>
                <a:ext uri="{FF2B5EF4-FFF2-40B4-BE49-F238E27FC236}">
                  <a16:creationId xmlns:a16="http://schemas.microsoft.com/office/drawing/2014/main" id="{6B5245E3-4035-4760-B649-EB7C65910BA3}"/>
                </a:ext>
              </a:extLst>
            </p:cNvPr>
            <p:cNvSpPr txBox="1"/>
            <p:nvPr/>
          </p:nvSpPr>
          <p:spPr>
            <a:xfrm>
              <a:off x="618072" y="212992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1. Pedagogiset linjaukset</a:t>
              </a:r>
            </a:p>
          </p:txBody>
        </p:sp>
        <p:sp>
          <p:nvSpPr>
            <p:cNvPr id="182" name="Tekstiruutu 181">
              <a:extLst>
                <a:ext uri="{FF2B5EF4-FFF2-40B4-BE49-F238E27FC236}">
                  <a16:creationId xmlns:a16="http://schemas.microsoft.com/office/drawing/2014/main" id="{F43BA435-89FE-4FAB-966E-23D4EF0EC493}"/>
                </a:ext>
              </a:extLst>
            </p:cNvPr>
            <p:cNvSpPr txBox="1"/>
            <p:nvPr/>
          </p:nvSpPr>
          <p:spPr>
            <a:xfrm>
              <a:off x="661913" y="2430304"/>
              <a:ext cx="1767840" cy="5415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i-FI" sz="1000"/>
                <a:t>Sovitaan pedagogiset toimintatavat uusien tutkinnonperusteiden käyttöönotossa. </a:t>
              </a:r>
              <a:endParaRPr lang="fi-FI" sz="10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83" name="Tekstiruutu 182">
              <a:extLst>
                <a:ext uri="{FF2B5EF4-FFF2-40B4-BE49-F238E27FC236}">
                  <a16:creationId xmlns:a16="http://schemas.microsoft.com/office/drawing/2014/main" id="{F6F2A7C3-0979-4ABB-95C5-9A102F3C1E88}"/>
                </a:ext>
              </a:extLst>
            </p:cNvPr>
            <p:cNvSpPr txBox="1"/>
            <p:nvPr/>
          </p:nvSpPr>
          <p:spPr>
            <a:xfrm>
              <a:off x="568099" y="1762315"/>
              <a:ext cx="1767839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/>
              <a:endParaRPr lang="fi-FI" sz="10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endParaRPr>
            </a:p>
          </p:txBody>
        </p:sp>
      </p:grpSp>
      <p:sp>
        <p:nvSpPr>
          <p:cNvPr id="185" name="Nuoli: Välitavoitteen 2 U-käännös" title="Aikajanan nuoli">
            <a:extLst>
              <a:ext uri="{FF2B5EF4-FFF2-40B4-BE49-F238E27FC236}">
                <a16:creationId xmlns:a16="http://schemas.microsoft.com/office/drawing/2014/main" id="{9D37DFEE-3A11-4C0D-A12A-80512F7F58E6}"/>
              </a:ext>
            </a:extLst>
          </p:cNvPr>
          <p:cNvSpPr/>
          <p:nvPr/>
        </p:nvSpPr>
        <p:spPr>
          <a:xfrm flipV="1">
            <a:off x="1776184" y="4028086"/>
            <a:ext cx="1260000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87" name="Välitavoitteen 2 teksti" title="Kohteen teksti">
            <a:extLst>
              <a:ext uri="{FF2B5EF4-FFF2-40B4-BE49-F238E27FC236}">
                <a16:creationId xmlns:a16="http://schemas.microsoft.com/office/drawing/2014/main" id="{5280FE29-FA31-40A1-8932-846E9132EF88}"/>
              </a:ext>
            </a:extLst>
          </p:cNvPr>
          <p:cNvGrpSpPr/>
          <p:nvPr/>
        </p:nvGrpSpPr>
        <p:grpSpPr>
          <a:xfrm>
            <a:off x="1352894" y="4761788"/>
            <a:ext cx="1973309" cy="616233"/>
            <a:chOff x="2128112" y="4930774"/>
            <a:chExt cx="1824449" cy="616233"/>
          </a:xfrm>
        </p:grpSpPr>
        <p:sp>
          <p:nvSpPr>
            <p:cNvPr id="188" name="Tekstiruutu 187">
              <a:extLst>
                <a:ext uri="{FF2B5EF4-FFF2-40B4-BE49-F238E27FC236}">
                  <a16:creationId xmlns:a16="http://schemas.microsoft.com/office/drawing/2014/main" id="{C95FD264-8E31-48FC-B238-6A950A9C6583}"/>
                </a:ext>
              </a:extLst>
            </p:cNvPr>
            <p:cNvSpPr txBox="1"/>
            <p:nvPr/>
          </p:nvSpPr>
          <p:spPr>
            <a:xfrm>
              <a:off x="2128112" y="4930774"/>
              <a:ext cx="176784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2. </a:t>
              </a:r>
              <a:r>
                <a:rPr lang="fi-FI" sz="1400" err="1">
                  <a:latin typeface="Trebuchet MS" panose="020B0603020202020204" pitchFamily="34" charset="0"/>
                </a:rPr>
                <a:t>eKampuksen</a:t>
              </a:r>
              <a:r>
                <a:rPr lang="fi-FI" sz="1400">
                  <a:latin typeface="Trebuchet MS" panose="020B0603020202020204" pitchFamily="34" charset="0"/>
                </a:rPr>
                <a:t> rakenne</a:t>
              </a:r>
            </a:p>
          </p:txBody>
        </p:sp>
        <p:sp>
          <p:nvSpPr>
            <p:cNvPr id="189" name="Tekstiruutu 188">
              <a:extLst>
                <a:ext uri="{FF2B5EF4-FFF2-40B4-BE49-F238E27FC236}">
                  <a16:creationId xmlns:a16="http://schemas.microsoft.com/office/drawing/2014/main" id="{4DCD4C5A-C71A-4928-94AD-14D9409E3700}"/>
                </a:ext>
              </a:extLst>
            </p:cNvPr>
            <p:cNvSpPr txBox="1"/>
            <p:nvPr/>
          </p:nvSpPr>
          <p:spPr>
            <a:xfrm>
              <a:off x="2184721" y="5239230"/>
              <a:ext cx="176784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 err="1"/>
                <a:t>eKampus</a:t>
              </a:r>
              <a:r>
                <a:rPr lang="fi-FI" sz="1000"/>
                <a:t> jatkuu nykyisen mallin mukaan. </a:t>
              </a:r>
            </a:p>
          </p:txBody>
        </p:sp>
      </p:grpSp>
      <p:sp>
        <p:nvSpPr>
          <p:cNvPr id="192" name="Nuoli: Välitavoitteen 3 U-käännös" title="Aikajanan nuoli">
            <a:extLst>
              <a:ext uri="{FF2B5EF4-FFF2-40B4-BE49-F238E27FC236}">
                <a16:creationId xmlns:a16="http://schemas.microsoft.com/office/drawing/2014/main" id="{1933FDD6-F066-4538-99D7-94C1D06624C3}"/>
              </a:ext>
            </a:extLst>
          </p:cNvPr>
          <p:cNvSpPr/>
          <p:nvPr/>
        </p:nvSpPr>
        <p:spPr>
          <a:xfrm>
            <a:off x="2783318" y="2793015"/>
            <a:ext cx="893303" cy="1235070"/>
          </a:xfrm>
          <a:prstGeom prst="uturnArrow">
            <a:avLst>
              <a:gd name="adj1" fmla="val 27292"/>
              <a:gd name="adj2" fmla="val 13691"/>
              <a:gd name="adj3" fmla="val 20519"/>
              <a:gd name="adj4" fmla="val 52602"/>
              <a:gd name="adj5" fmla="val 96832"/>
            </a:avLst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93" name="Välitavoitteen 3 teksti" title="Kohteen teksti">
            <a:extLst>
              <a:ext uri="{FF2B5EF4-FFF2-40B4-BE49-F238E27FC236}">
                <a16:creationId xmlns:a16="http://schemas.microsoft.com/office/drawing/2014/main" id="{0439C5B7-9C38-40E2-8D97-5E778964EAD1}"/>
              </a:ext>
            </a:extLst>
          </p:cNvPr>
          <p:cNvGrpSpPr/>
          <p:nvPr/>
        </p:nvGrpSpPr>
        <p:grpSpPr>
          <a:xfrm>
            <a:off x="2409288" y="1897060"/>
            <a:ext cx="1956974" cy="760602"/>
            <a:chOff x="3095088" y="1270541"/>
            <a:chExt cx="1956974" cy="760602"/>
          </a:xfrm>
        </p:grpSpPr>
        <p:sp>
          <p:nvSpPr>
            <p:cNvPr id="194" name="Tekstiruutu 193">
              <a:extLst>
                <a:ext uri="{FF2B5EF4-FFF2-40B4-BE49-F238E27FC236}">
                  <a16:creationId xmlns:a16="http://schemas.microsoft.com/office/drawing/2014/main" id="{57BE9E71-DFEF-4975-BCC6-C716CADF2553}"/>
                </a:ext>
              </a:extLst>
            </p:cNvPr>
            <p:cNvSpPr txBox="1"/>
            <p:nvPr/>
          </p:nvSpPr>
          <p:spPr>
            <a:xfrm>
              <a:off x="3095088" y="1270541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3. Toimintatavat</a:t>
              </a:r>
            </a:p>
          </p:txBody>
        </p:sp>
        <p:sp>
          <p:nvSpPr>
            <p:cNvPr id="195" name="Tekstiruutu 194">
              <a:extLst>
                <a:ext uri="{FF2B5EF4-FFF2-40B4-BE49-F238E27FC236}">
                  <a16:creationId xmlns:a16="http://schemas.microsoft.com/office/drawing/2014/main" id="{6EB20292-6192-4D9F-81C5-1C272A88AF26}"/>
                </a:ext>
              </a:extLst>
            </p:cNvPr>
            <p:cNvSpPr txBox="1"/>
            <p:nvPr/>
          </p:nvSpPr>
          <p:spPr>
            <a:xfrm>
              <a:off x="3284222" y="1569478"/>
              <a:ext cx="176784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/>
                <a:t>Sovitaan ja käydään läpi </a:t>
              </a:r>
              <a:r>
                <a:rPr lang="fi-FI" sz="1000" err="1"/>
                <a:t>eKampuksen</a:t>
              </a:r>
              <a:r>
                <a:rPr lang="fi-FI" sz="1000"/>
                <a:t> kurssien rakentamisen toimintatavat (1h).</a:t>
              </a:r>
            </a:p>
          </p:txBody>
        </p:sp>
      </p:grpSp>
      <p:sp>
        <p:nvSpPr>
          <p:cNvPr id="197" name="Nuoli: Välitavoitteen 4 U-käännös" title="Aikajanan nuoli">
            <a:extLst>
              <a:ext uri="{FF2B5EF4-FFF2-40B4-BE49-F238E27FC236}">
                <a16:creationId xmlns:a16="http://schemas.microsoft.com/office/drawing/2014/main" id="{E23F67B2-BA7A-475B-82FA-2AC38000CCA7}"/>
              </a:ext>
            </a:extLst>
          </p:cNvPr>
          <p:cNvSpPr/>
          <p:nvPr/>
        </p:nvSpPr>
        <p:spPr>
          <a:xfrm flipV="1">
            <a:off x="3434234" y="4028083"/>
            <a:ext cx="893303" cy="1235070"/>
          </a:xfrm>
          <a:prstGeom prst="uturnArrow">
            <a:avLst>
              <a:gd name="adj1" fmla="val 27292"/>
              <a:gd name="adj2" fmla="val 13691"/>
              <a:gd name="adj3" fmla="val 20519"/>
              <a:gd name="adj4" fmla="val 52602"/>
              <a:gd name="adj5" fmla="val 9683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98" name="Välitavoitteen 4 teksti" title="Kohteen teksti">
            <a:extLst>
              <a:ext uri="{FF2B5EF4-FFF2-40B4-BE49-F238E27FC236}">
                <a16:creationId xmlns:a16="http://schemas.microsoft.com/office/drawing/2014/main" id="{925A13D7-3013-4915-B8AA-60DCEBDC4A01}"/>
              </a:ext>
            </a:extLst>
          </p:cNvPr>
          <p:cNvGrpSpPr/>
          <p:nvPr/>
        </p:nvGrpSpPr>
        <p:grpSpPr>
          <a:xfrm>
            <a:off x="3119162" y="5660609"/>
            <a:ext cx="2074365" cy="1060394"/>
            <a:chOff x="3764701" y="4930774"/>
            <a:chExt cx="1780149" cy="1060394"/>
          </a:xfrm>
        </p:grpSpPr>
        <p:sp>
          <p:nvSpPr>
            <p:cNvPr id="199" name="Tekstiruutu 198">
              <a:extLst>
                <a:ext uri="{FF2B5EF4-FFF2-40B4-BE49-F238E27FC236}">
                  <a16:creationId xmlns:a16="http://schemas.microsoft.com/office/drawing/2014/main" id="{79806D6A-513A-48E1-8624-5F56FD41FD8E}"/>
                </a:ext>
              </a:extLst>
            </p:cNvPr>
            <p:cNvSpPr txBox="1"/>
            <p:nvPr/>
          </p:nvSpPr>
          <p:spPr>
            <a:xfrm>
              <a:off x="3764701" y="493077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4. Tutkinnonosavastaava</a:t>
              </a:r>
            </a:p>
          </p:txBody>
        </p:sp>
        <p:sp>
          <p:nvSpPr>
            <p:cNvPr id="200" name="Tekstiruutu 199">
              <a:extLst>
                <a:ext uri="{FF2B5EF4-FFF2-40B4-BE49-F238E27FC236}">
                  <a16:creationId xmlns:a16="http://schemas.microsoft.com/office/drawing/2014/main" id="{0560C968-3479-4EF0-861F-4E7AE6F35E6D}"/>
                </a:ext>
              </a:extLst>
            </p:cNvPr>
            <p:cNvSpPr txBox="1"/>
            <p:nvPr/>
          </p:nvSpPr>
          <p:spPr>
            <a:xfrm>
              <a:off x="3777010" y="5221727"/>
              <a:ext cx="1767840" cy="7694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/>
                <a:t>Valitaan tutkinnonosavastaavat. Tehdään sopimus materiaalin tuottamisesta ja tekijänoikeudesta.</a:t>
              </a:r>
            </a:p>
          </p:txBody>
        </p:sp>
      </p:grpSp>
      <p:sp>
        <p:nvSpPr>
          <p:cNvPr id="202" name="Nuoli: Välitavoitteen 5 U-käännös" title="Aikajanan nuoli">
            <a:extLst>
              <a:ext uri="{FF2B5EF4-FFF2-40B4-BE49-F238E27FC236}">
                <a16:creationId xmlns:a16="http://schemas.microsoft.com/office/drawing/2014/main" id="{60B2DC70-87DD-44B4-9974-2E0B2117DE08}"/>
              </a:ext>
            </a:extLst>
          </p:cNvPr>
          <p:cNvSpPr/>
          <p:nvPr/>
        </p:nvSpPr>
        <p:spPr>
          <a:xfrm>
            <a:off x="4076336" y="3377120"/>
            <a:ext cx="1908000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204" name="Välitavoitteen 5 teksti" title="Kohteen teksti">
            <a:extLst>
              <a:ext uri="{FF2B5EF4-FFF2-40B4-BE49-F238E27FC236}">
                <a16:creationId xmlns:a16="http://schemas.microsoft.com/office/drawing/2014/main" id="{BFB56E2D-6AC2-44DC-BB7B-423C3393A995}"/>
              </a:ext>
            </a:extLst>
          </p:cNvPr>
          <p:cNvGrpSpPr/>
          <p:nvPr/>
        </p:nvGrpSpPr>
        <p:grpSpPr>
          <a:xfrm>
            <a:off x="4364771" y="1998372"/>
            <a:ext cx="1966109" cy="757532"/>
            <a:chOff x="5362965" y="1270541"/>
            <a:chExt cx="1767840" cy="789765"/>
          </a:xfrm>
        </p:grpSpPr>
        <p:sp>
          <p:nvSpPr>
            <p:cNvPr id="205" name="Tekstiruutu 204">
              <a:extLst>
                <a:ext uri="{FF2B5EF4-FFF2-40B4-BE49-F238E27FC236}">
                  <a16:creationId xmlns:a16="http://schemas.microsoft.com/office/drawing/2014/main" id="{6C6BF4F5-4187-4C24-91F8-B0334FE9A105}"/>
                </a:ext>
              </a:extLst>
            </p:cNvPr>
            <p:cNvSpPr txBox="1"/>
            <p:nvPr/>
          </p:nvSpPr>
          <p:spPr>
            <a:xfrm>
              <a:off x="5362965" y="1270541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5. Suunnittelulomake</a:t>
              </a:r>
            </a:p>
          </p:txBody>
        </p:sp>
        <p:sp>
          <p:nvSpPr>
            <p:cNvPr id="206" name="Tekstiruutu 205">
              <a:extLst>
                <a:ext uri="{FF2B5EF4-FFF2-40B4-BE49-F238E27FC236}">
                  <a16:creationId xmlns:a16="http://schemas.microsoft.com/office/drawing/2014/main" id="{AF85AC23-D6EA-4B23-98AE-B44CC72A87D9}"/>
                </a:ext>
              </a:extLst>
            </p:cNvPr>
            <p:cNvSpPr txBox="1"/>
            <p:nvPr/>
          </p:nvSpPr>
          <p:spPr>
            <a:xfrm>
              <a:off x="5362965" y="1578997"/>
              <a:ext cx="1767840" cy="4813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/>
                <a:t>Tutkinnonosavastaavat suunnittelevat </a:t>
              </a:r>
              <a:r>
                <a:rPr lang="fi-FI" sz="1000" err="1"/>
                <a:t>eKampus</a:t>
              </a:r>
              <a:r>
                <a:rPr lang="fi-FI" sz="1000"/>
                <a:t> kurssin tutkinnonosan suunnittelulomakkeelle.</a:t>
              </a:r>
            </a:p>
          </p:txBody>
        </p:sp>
      </p:grpSp>
      <p:sp>
        <p:nvSpPr>
          <p:cNvPr id="208" name="Nuoli: Välitavoitteen 6a U-käännös" title="Aikajanan nuoli">
            <a:extLst>
              <a:ext uri="{FF2B5EF4-FFF2-40B4-BE49-F238E27FC236}">
                <a16:creationId xmlns:a16="http://schemas.microsoft.com/office/drawing/2014/main" id="{F0525C47-CDE0-4E1B-AEF8-B7FC39073B28}"/>
              </a:ext>
            </a:extLst>
          </p:cNvPr>
          <p:cNvSpPr/>
          <p:nvPr/>
        </p:nvSpPr>
        <p:spPr>
          <a:xfrm flipV="1">
            <a:off x="5738035" y="4028085"/>
            <a:ext cx="893304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20" name="Nuoli: Välitavoitteen 6b U-käännös" title="Aikajanan nuoli">
            <a:extLst>
              <a:ext uri="{FF2B5EF4-FFF2-40B4-BE49-F238E27FC236}">
                <a16:creationId xmlns:a16="http://schemas.microsoft.com/office/drawing/2014/main" id="{8FAD98CD-7A29-4212-8CE4-048668E399DA}"/>
              </a:ext>
            </a:extLst>
          </p:cNvPr>
          <p:cNvSpPr/>
          <p:nvPr/>
        </p:nvSpPr>
        <p:spPr>
          <a:xfrm>
            <a:off x="6384845" y="2694239"/>
            <a:ext cx="1656000" cy="1366880"/>
          </a:xfrm>
          <a:prstGeom prst="uturnArrow">
            <a:avLst>
              <a:gd name="adj1" fmla="val 17175"/>
              <a:gd name="adj2" fmla="val 8922"/>
              <a:gd name="adj3" fmla="val 10886"/>
              <a:gd name="adj4" fmla="val 52602"/>
              <a:gd name="adj5" fmla="val 9817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09" name="Nuoli: Välitavoitteen 6c U-käännös" title="Aikajanan nuoli">
            <a:extLst>
              <a:ext uri="{FF2B5EF4-FFF2-40B4-BE49-F238E27FC236}">
                <a16:creationId xmlns:a16="http://schemas.microsoft.com/office/drawing/2014/main" id="{09BAEF3B-CE9C-4190-80A9-27539CEE3033}"/>
              </a:ext>
            </a:extLst>
          </p:cNvPr>
          <p:cNvSpPr/>
          <p:nvPr/>
        </p:nvSpPr>
        <p:spPr>
          <a:xfrm flipV="1">
            <a:off x="7800910" y="4028085"/>
            <a:ext cx="893304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210" name="Nuoli: Välitavoitteen 7 U-käännös" title="Aikajanan nuoli">
            <a:extLst>
              <a:ext uri="{FF2B5EF4-FFF2-40B4-BE49-F238E27FC236}">
                <a16:creationId xmlns:a16="http://schemas.microsoft.com/office/drawing/2014/main" id="{058AE435-1F45-4B7B-8E34-B4AABA51CC48}"/>
              </a:ext>
            </a:extLst>
          </p:cNvPr>
          <p:cNvSpPr/>
          <p:nvPr/>
        </p:nvSpPr>
        <p:spPr>
          <a:xfrm>
            <a:off x="8446820" y="3377120"/>
            <a:ext cx="2055383" cy="650967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235" name="Käynnistä grafiikka" title="Käynnistä grafiikka">
            <a:extLst>
              <a:ext uri="{FF2B5EF4-FFF2-40B4-BE49-F238E27FC236}">
                <a16:creationId xmlns:a16="http://schemas.microsoft.com/office/drawing/2014/main" id="{EE7BDC36-5F29-455C-B739-3B266E64CA8C}"/>
              </a:ext>
            </a:extLst>
          </p:cNvPr>
          <p:cNvGrpSpPr/>
          <p:nvPr/>
        </p:nvGrpSpPr>
        <p:grpSpPr>
          <a:xfrm>
            <a:off x="11043146" y="3330067"/>
            <a:ext cx="680539" cy="680539"/>
            <a:chOff x="10961301" y="3355525"/>
            <a:chExt cx="680539" cy="680539"/>
          </a:xfrm>
        </p:grpSpPr>
        <p:sp>
          <p:nvSpPr>
            <p:cNvPr id="236" name="Soikio 235" title="Käynnistä ympyrä">
              <a:extLst>
                <a:ext uri="{FF2B5EF4-FFF2-40B4-BE49-F238E27FC236}">
                  <a16:creationId xmlns:a16="http://schemas.microsoft.com/office/drawing/2014/main" id="{C2680208-3C44-427A-8695-8FD5BD8AAF59}"/>
                </a:ext>
              </a:extLst>
            </p:cNvPr>
            <p:cNvSpPr/>
            <p:nvPr/>
          </p:nvSpPr>
          <p:spPr>
            <a:xfrm>
              <a:off x="10961301" y="3355525"/>
              <a:ext cx="680539" cy="68053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i-FI">
                <a:latin typeface="Trebuchet MS" panose="020B0603020202020204" pitchFamily="34" charset="0"/>
              </a:endParaRPr>
            </a:p>
          </p:txBody>
        </p:sp>
        <p:pic>
          <p:nvPicPr>
            <p:cNvPr id="237" name="Grafiikka 236" title="Käynnistä kuvake">
              <a:extLst>
                <a:ext uri="{FF2B5EF4-FFF2-40B4-BE49-F238E27FC236}">
                  <a16:creationId xmlns:a16="http://schemas.microsoft.com/office/drawing/2014/main" id="{4ADF9E33-C612-4489-A970-8A8264C44F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02868" y="3548145"/>
              <a:ext cx="235505" cy="315487"/>
            </a:xfrm>
            <a:prstGeom prst="rect">
              <a:avLst/>
            </a:prstGeom>
          </p:spPr>
        </p:pic>
      </p:grpSp>
      <p:sp>
        <p:nvSpPr>
          <p:cNvPr id="33" name="Kesto 2" title="Keston teksti">
            <a:extLst>
              <a:ext uri="{FF2B5EF4-FFF2-40B4-BE49-F238E27FC236}">
                <a16:creationId xmlns:a16="http://schemas.microsoft.com/office/drawing/2014/main" id="{D332395A-C9B1-E9EC-7C01-97948334D408}"/>
              </a:ext>
            </a:extLst>
          </p:cNvPr>
          <p:cNvSpPr txBox="1"/>
          <p:nvPr/>
        </p:nvSpPr>
        <p:spPr>
          <a:xfrm>
            <a:off x="2614643" y="2853959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2.3.2026</a:t>
            </a:r>
          </a:p>
        </p:txBody>
      </p:sp>
      <p:sp>
        <p:nvSpPr>
          <p:cNvPr id="34" name="Kesto 2" title="Keston teksti">
            <a:extLst>
              <a:ext uri="{FF2B5EF4-FFF2-40B4-BE49-F238E27FC236}">
                <a16:creationId xmlns:a16="http://schemas.microsoft.com/office/drawing/2014/main" id="{D40972C7-4D57-E60B-7AA4-0A1FB4F8512E}"/>
              </a:ext>
            </a:extLst>
          </p:cNvPr>
          <p:cNvSpPr txBox="1"/>
          <p:nvPr/>
        </p:nvSpPr>
        <p:spPr>
          <a:xfrm>
            <a:off x="3321453" y="5032065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3/2026</a:t>
            </a:r>
          </a:p>
        </p:txBody>
      </p:sp>
      <p:sp>
        <p:nvSpPr>
          <p:cNvPr id="38" name="Kesto 2" title="Keston teksti">
            <a:extLst>
              <a:ext uri="{FF2B5EF4-FFF2-40B4-BE49-F238E27FC236}">
                <a16:creationId xmlns:a16="http://schemas.microsoft.com/office/drawing/2014/main" id="{F52B412B-2138-36CA-F30F-E586AEED3FE7}"/>
              </a:ext>
            </a:extLst>
          </p:cNvPr>
          <p:cNvSpPr txBox="1"/>
          <p:nvPr/>
        </p:nvSpPr>
        <p:spPr>
          <a:xfrm>
            <a:off x="5604005" y="4457059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Pe 27.3.26</a:t>
            </a:r>
          </a:p>
        </p:txBody>
      </p:sp>
      <p:grpSp>
        <p:nvGrpSpPr>
          <p:cNvPr id="39" name="Välitavoitteen 4 teksti" title="Kohteen teksti">
            <a:extLst>
              <a:ext uri="{FF2B5EF4-FFF2-40B4-BE49-F238E27FC236}">
                <a16:creationId xmlns:a16="http://schemas.microsoft.com/office/drawing/2014/main" id="{CBE6350B-80BF-7A10-17EB-0B0312295AF2}"/>
              </a:ext>
            </a:extLst>
          </p:cNvPr>
          <p:cNvGrpSpPr/>
          <p:nvPr/>
        </p:nvGrpSpPr>
        <p:grpSpPr>
          <a:xfrm>
            <a:off x="5365760" y="4823259"/>
            <a:ext cx="1788090" cy="598730"/>
            <a:chOff x="3764706" y="4930774"/>
            <a:chExt cx="1780144" cy="598730"/>
          </a:xfrm>
        </p:grpSpPr>
        <p:sp>
          <p:nvSpPr>
            <p:cNvPr id="40" name="Tekstiruutu 39">
              <a:extLst>
                <a:ext uri="{FF2B5EF4-FFF2-40B4-BE49-F238E27FC236}">
                  <a16:creationId xmlns:a16="http://schemas.microsoft.com/office/drawing/2014/main" id="{0DF4A563-BCE5-71D9-2267-50FFF1ADC08E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6. Yhteissuunnittelu</a:t>
              </a:r>
            </a:p>
          </p:txBody>
        </p:sp>
        <p:sp>
          <p:nvSpPr>
            <p:cNvPr id="41" name="Tekstiruutu 40">
              <a:extLst>
                <a:ext uri="{FF2B5EF4-FFF2-40B4-BE49-F238E27FC236}">
                  <a16:creationId xmlns:a16="http://schemas.microsoft.com/office/drawing/2014/main" id="{DB9DBA40-A169-A44E-6DC1-50C7B9D2E75D}"/>
                </a:ext>
              </a:extLst>
            </p:cNvPr>
            <p:cNvSpPr txBox="1"/>
            <p:nvPr/>
          </p:nvSpPr>
          <p:spPr>
            <a:xfrm>
              <a:off x="3777010" y="5221727"/>
              <a:ext cx="1767840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/>
                <a:t>Tiimin jäsenet kommentoivat tutkinnonosia (3h).</a:t>
              </a:r>
            </a:p>
          </p:txBody>
        </p:sp>
      </p:grpSp>
      <p:sp>
        <p:nvSpPr>
          <p:cNvPr id="45" name="Kesto 2" title="Keston teksti">
            <a:extLst>
              <a:ext uri="{FF2B5EF4-FFF2-40B4-BE49-F238E27FC236}">
                <a16:creationId xmlns:a16="http://schemas.microsoft.com/office/drawing/2014/main" id="{3DEE2F87-F07F-625A-BB3C-9959844D7A9B}"/>
              </a:ext>
            </a:extLst>
          </p:cNvPr>
          <p:cNvSpPr txBox="1"/>
          <p:nvPr/>
        </p:nvSpPr>
        <p:spPr>
          <a:xfrm>
            <a:off x="4551981" y="3425769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31.3.26 mennessä</a:t>
            </a:r>
          </a:p>
        </p:txBody>
      </p:sp>
      <p:grpSp>
        <p:nvGrpSpPr>
          <p:cNvPr id="46" name="Välitavoitteen 4 teksti" title="Kohteen teksti">
            <a:extLst>
              <a:ext uri="{FF2B5EF4-FFF2-40B4-BE49-F238E27FC236}">
                <a16:creationId xmlns:a16="http://schemas.microsoft.com/office/drawing/2014/main" id="{72E13B51-632F-01B6-B817-8374B5DE8660}"/>
              </a:ext>
            </a:extLst>
          </p:cNvPr>
          <p:cNvGrpSpPr/>
          <p:nvPr/>
        </p:nvGrpSpPr>
        <p:grpSpPr>
          <a:xfrm>
            <a:off x="6452961" y="1857896"/>
            <a:ext cx="2202453" cy="906506"/>
            <a:chOff x="3764706" y="4930774"/>
            <a:chExt cx="1780144" cy="906506"/>
          </a:xfrm>
        </p:grpSpPr>
        <p:sp>
          <p:nvSpPr>
            <p:cNvPr id="47" name="Tekstiruutu 46">
              <a:extLst>
                <a:ext uri="{FF2B5EF4-FFF2-40B4-BE49-F238E27FC236}">
                  <a16:creationId xmlns:a16="http://schemas.microsoft.com/office/drawing/2014/main" id="{B27961DE-CA2D-3C69-41D8-0205F69DE629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7. Materiaalin tuottaminen</a:t>
              </a:r>
            </a:p>
          </p:txBody>
        </p:sp>
        <p:sp>
          <p:nvSpPr>
            <p:cNvPr id="48" name="Tekstiruutu 47">
              <a:extLst>
                <a:ext uri="{FF2B5EF4-FFF2-40B4-BE49-F238E27FC236}">
                  <a16:creationId xmlns:a16="http://schemas.microsoft.com/office/drawing/2014/main" id="{68F292B6-67BD-0AAF-6CEB-A395B3FB785A}"/>
                </a:ext>
              </a:extLst>
            </p:cNvPr>
            <p:cNvSpPr txBox="1"/>
            <p:nvPr/>
          </p:nvSpPr>
          <p:spPr>
            <a:xfrm>
              <a:off x="3777010" y="5221727"/>
              <a:ext cx="1767840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/>
                <a:t>Tutkinnonosavastaavat kirjoittavat uuden tutkinnonosan tehtävät ja oppimateriaalin (esim. Word). </a:t>
              </a:r>
            </a:p>
          </p:txBody>
        </p:sp>
      </p:grpSp>
      <p:sp>
        <p:nvSpPr>
          <p:cNvPr id="52" name="Kesto 2" title="Keston teksti">
            <a:extLst>
              <a:ext uri="{FF2B5EF4-FFF2-40B4-BE49-F238E27FC236}">
                <a16:creationId xmlns:a16="http://schemas.microsoft.com/office/drawing/2014/main" id="{528303BC-3A15-7134-7919-426FB9BF0352}"/>
              </a:ext>
            </a:extLst>
          </p:cNvPr>
          <p:cNvSpPr txBox="1"/>
          <p:nvPr/>
        </p:nvSpPr>
        <p:spPr>
          <a:xfrm>
            <a:off x="6630746" y="2734331"/>
            <a:ext cx="1272401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3-5/2026</a:t>
            </a:r>
          </a:p>
        </p:txBody>
      </p:sp>
      <p:grpSp>
        <p:nvGrpSpPr>
          <p:cNvPr id="53" name="Välitavoitteen 4 teksti" title="Kohteen teksti">
            <a:extLst>
              <a:ext uri="{FF2B5EF4-FFF2-40B4-BE49-F238E27FC236}">
                <a16:creationId xmlns:a16="http://schemas.microsoft.com/office/drawing/2014/main" id="{2F91BF65-C9F9-E203-E1DA-129F6FDCF095}"/>
              </a:ext>
            </a:extLst>
          </p:cNvPr>
          <p:cNvGrpSpPr/>
          <p:nvPr/>
        </p:nvGrpSpPr>
        <p:grpSpPr>
          <a:xfrm>
            <a:off x="7476407" y="4794268"/>
            <a:ext cx="1808686" cy="598730"/>
            <a:chOff x="3764706" y="4930774"/>
            <a:chExt cx="1800648" cy="598730"/>
          </a:xfrm>
        </p:grpSpPr>
        <p:sp>
          <p:nvSpPr>
            <p:cNvPr id="54" name="Tekstiruutu 53">
              <a:extLst>
                <a:ext uri="{FF2B5EF4-FFF2-40B4-BE49-F238E27FC236}">
                  <a16:creationId xmlns:a16="http://schemas.microsoft.com/office/drawing/2014/main" id="{3E4357F2-DBED-663C-07C3-50890A591BD3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8. Yhteissuunnittelu</a:t>
              </a:r>
            </a:p>
          </p:txBody>
        </p:sp>
        <p:sp>
          <p:nvSpPr>
            <p:cNvPr id="55" name="Tekstiruutu 54">
              <a:extLst>
                <a:ext uri="{FF2B5EF4-FFF2-40B4-BE49-F238E27FC236}">
                  <a16:creationId xmlns:a16="http://schemas.microsoft.com/office/drawing/2014/main" id="{67274A3B-1126-65F9-EACF-C11BAD279081}"/>
                </a:ext>
              </a:extLst>
            </p:cNvPr>
            <p:cNvSpPr txBox="1"/>
            <p:nvPr/>
          </p:nvSpPr>
          <p:spPr>
            <a:xfrm>
              <a:off x="3797514" y="5221727"/>
              <a:ext cx="1767840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fi-FI" sz="1000"/>
                <a:t>Tiimin jäsenet kommentoivat tutkinnonosia (3h).</a:t>
              </a:r>
            </a:p>
          </p:txBody>
        </p:sp>
      </p:grpSp>
      <p:sp>
        <p:nvSpPr>
          <p:cNvPr id="59" name="Kesto 2" title="Keston teksti">
            <a:extLst>
              <a:ext uri="{FF2B5EF4-FFF2-40B4-BE49-F238E27FC236}">
                <a16:creationId xmlns:a16="http://schemas.microsoft.com/office/drawing/2014/main" id="{C5D964CB-B527-F090-C0C3-1BC3FAA71F76}"/>
              </a:ext>
            </a:extLst>
          </p:cNvPr>
          <p:cNvSpPr txBox="1"/>
          <p:nvPr/>
        </p:nvSpPr>
        <p:spPr>
          <a:xfrm>
            <a:off x="7650198" y="4465993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7.5.26</a:t>
            </a:r>
          </a:p>
        </p:txBody>
      </p:sp>
      <p:grpSp>
        <p:nvGrpSpPr>
          <p:cNvPr id="60" name="Välitavoitteen 4 teksti" title="Kohteen teksti">
            <a:extLst>
              <a:ext uri="{FF2B5EF4-FFF2-40B4-BE49-F238E27FC236}">
                <a16:creationId xmlns:a16="http://schemas.microsoft.com/office/drawing/2014/main" id="{89EADC1C-BEF9-8AE0-D51E-B80FC7E94A2E}"/>
              </a:ext>
            </a:extLst>
          </p:cNvPr>
          <p:cNvGrpSpPr/>
          <p:nvPr/>
        </p:nvGrpSpPr>
        <p:grpSpPr>
          <a:xfrm>
            <a:off x="8575903" y="2365248"/>
            <a:ext cx="2202453" cy="752618"/>
            <a:chOff x="3764706" y="4930774"/>
            <a:chExt cx="1780144" cy="752618"/>
          </a:xfrm>
        </p:grpSpPr>
        <p:sp>
          <p:nvSpPr>
            <p:cNvPr id="61" name="Tekstiruutu 60">
              <a:extLst>
                <a:ext uri="{FF2B5EF4-FFF2-40B4-BE49-F238E27FC236}">
                  <a16:creationId xmlns:a16="http://schemas.microsoft.com/office/drawing/2014/main" id="{E455B927-D7B3-C52E-8229-3EB38683316C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9. </a:t>
              </a:r>
              <a:r>
                <a:rPr lang="fi-FI" sz="1400" err="1">
                  <a:latin typeface="Trebuchet MS" panose="020B0603020202020204" pitchFamily="34" charset="0"/>
                </a:rPr>
                <a:t>eKampus</a:t>
              </a:r>
              <a:r>
                <a:rPr lang="fi-FI" sz="1400">
                  <a:latin typeface="Trebuchet MS" panose="020B0603020202020204" pitchFamily="34" charset="0"/>
                </a:rPr>
                <a:t> rakennus</a:t>
              </a:r>
            </a:p>
          </p:txBody>
        </p:sp>
        <p:sp>
          <p:nvSpPr>
            <p:cNvPr id="62" name="Tekstiruutu 61">
              <a:extLst>
                <a:ext uri="{FF2B5EF4-FFF2-40B4-BE49-F238E27FC236}">
                  <a16:creationId xmlns:a16="http://schemas.microsoft.com/office/drawing/2014/main" id="{7067A6C7-1ED8-E81D-F3FE-004EC5AE41AF}"/>
                </a:ext>
              </a:extLst>
            </p:cNvPr>
            <p:cNvSpPr txBox="1"/>
            <p:nvPr/>
          </p:nvSpPr>
          <p:spPr>
            <a:xfrm>
              <a:off x="3777010" y="5221727"/>
              <a:ext cx="176784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/>
                <a:t>Tutkinnonosat rakennetaan </a:t>
              </a:r>
              <a:r>
                <a:rPr lang="fi-FI" sz="1000" err="1"/>
                <a:t>eKampukselle</a:t>
              </a:r>
              <a:r>
                <a:rPr lang="fi-FI" sz="1000"/>
                <a:t> (</a:t>
              </a:r>
              <a:r>
                <a:rPr lang="fi-FI" sz="1000" err="1"/>
                <a:t>eKampus</a:t>
              </a:r>
              <a:r>
                <a:rPr lang="fi-FI" sz="1000"/>
                <a:t> tiimi avaa pohjan uudelle kurssille ja siirtää sisällöt).</a:t>
              </a:r>
            </a:p>
          </p:txBody>
        </p:sp>
      </p:grpSp>
      <p:grpSp>
        <p:nvGrpSpPr>
          <p:cNvPr id="63" name="Välitavoitteen 4 teksti" title="Kohteen teksti">
            <a:extLst>
              <a:ext uri="{FF2B5EF4-FFF2-40B4-BE49-F238E27FC236}">
                <a16:creationId xmlns:a16="http://schemas.microsoft.com/office/drawing/2014/main" id="{F16DDE5E-3AC3-9845-8C0C-DB7F1217A4AC}"/>
              </a:ext>
            </a:extLst>
          </p:cNvPr>
          <p:cNvGrpSpPr/>
          <p:nvPr/>
        </p:nvGrpSpPr>
        <p:grpSpPr>
          <a:xfrm>
            <a:off x="10053594" y="4965593"/>
            <a:ext cx="1924440" cy="752618"/>
            <a:chOff x="3764706" y="4930774"/>
            <a:chExt cx="1915888" cy="752618"/>
          </a:xfrm>
        </p:grpSpPr>
        <p:sp>
          <p:nvSpPr>
            <p:cNvPr id="64" name="Tekstiruutu 63">
              <a:extLst>
                <a:ext uri="{FF2B5EF4-FFF2-40B4-BE49-F238E27FC236}">
                  <a16:creationId xmlns:a16="http://schemas.microsoft.com/office/drawing/2014/main" id="{A7F480FE-41D1-F513-8AAD-1615647EF2A0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10. Viimeistely</a:t>
              </a:r>
            </a:p>
          </p:txBody>
        </p:sp>
        <p:sp>
          <p:nvSpPr>
            <p:cNvPr id="65" name="Tekstiruutu 64">
              <a:extLst>
                <a:ext uri="{FF2B5EF4-FFF2-40B4-BE49-F238E27FC236}">
                  <a16:creationId xmlns:a16="http://schemas.microsoft.com/office/drawing/2014/main" id="{B6585C02-DDE5-CB56-D13F-36EE94EC5BD5}"/>
                </a:ext>
              </a:extLst>
            </p:cNvPr>
            <p:cNvSpPr txBox="1"/>
            <p:nvPr/>
          </p:nvSpPr>
          <p:spPr>
            <a:xfrm>
              <a:off x="3777010" y="5221727"/>
              <a:ext cx="1903584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fi-FI" sz="1000" err="1"/>
                <a:t>eKampus</a:t>
              </a:r>
              <a:r>
                <a:rPr lang="fi-FI" sz="1000"/>
                <a:t> tiimi viimeistelee kurssit </a:t>
              </a:r>
              <a:r>
                <a:rPr lang="fi-FI" sz="1000" err="1"/>
                <a:t>eKampukselle</a:t>
              </a:r>
              <a:r>
                <a:rPr lang="fi-FI" sz="1000"/>
                <a:t> tutkinnonosavastaavien kanssa (4h).</a:t>
              </a:r>
            </a:p>
          </p:txBody>
        </p:sp>
      </p:grpSp>
      <p:sp>
        <p:nvSpPr>
          <p:cNvPr id="69" name="Nuoli: Välitavoitteen 6c U-käännös" title="Aikajanan nuoli">
            <a:extLst>
              <a:ext uri="{FF2B5EF4-FFF2-40B4-BE49-F238E27FC236}">
                <a16:creationId xmlns:a16="http://schemas.microsoft.com/office/drawing/2014/main" id="{66065812-0460-A688-B14B-45091631F6DB}"/>
              </a:ext>
            </a:extLst>
          </p:cNvPr>
          <p:cNvSpPr/>
          <p:nvPr/>
        </p:nvSpPr>
        <p:spPr>
          <a:xfrm flipV="1">
            <a:off x="10285029" y="4043324"/>
            <a:ext cx="1200529" cy="652274"/>
          </a:xfrm>
          <a:prstGeom prst="uturnArrow">
            <a:avLst>
              <a:gd name="adj1" fmla="val 37244"/>
              <a:gd name="adj2" fmla="val 18622"/>
              <a:gd name="adj3" fmla="val 20252"/>
              <a:gd name="adj4" fmla="val 52602"/>
              <a:gd name="adj5" fmla="val 96832"/>
            </a:avLst>
          </a:prstGeom>
          <a:solidFill>
            <a:srgbClr val="CC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i-FI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70" name="Välitavoitteen 4 teksti" title="Kohteen teksti">
            <a:extLst>
              <a:ext uri="{FF2B5EF4-FFF2-40B4-BE49-F238E27FC236}">
                <a16:creationId xmlns:a16="http://schemas.microsoft.com/office/drawing/2014/main" id="{1EE4FD39-95F9-35A2-0739-E8550255E689}"/>
              </a:ext>
            </a:extLst>
          </p:cNvPr>
          <p:cNvGrpSpPr/>
          <p:nvPr/>
        </p:nvGrpSpPr>
        <p:grpSpPr>
          <a:xfrm>
            <a:off x="10552092" y="2922547"/>
            <a:ext cx="1788090" cy="444841"/>
            <a:chOff x="3764706" y="4930774"/>
            <a:chExt cx="1780144" cy="444841"/>
          </a:xfrm>
        </p:grpSpPr>
        <p:sp>
          <p:nvSpPr>
            <p:cNvPr id="71" name="Tekstiruutu 70">
              <a:extLst>
                <a:ext uri="{FF2B5EF4-FFF2-40B4-BE49-F238E27FC236}">
                  <a16:creationId xmlns:a16="http://schemas.microsoft.com/office/drawing/2014/main" id="{2C12AD61-417E-C360-7D60-4B7FF117850F}"/>
                </a:ext>
              </a:extLst>
            </p:cNvPr>
            <p:cNvSpPr txBox="1"/>
            <p:nvPr/>
          </p:nvSpPr>
          <p:spPr>
            <a:xfrm>
              <a:off x="3764706" y="4930774"/>
              <a:ext cx="17678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i-FI" sz="1400">
                  <a:latin typeface="Trebuchet MS" panose="020B0603020202020204" pitchFamily="34" charset="0"/>
                </a:rPr>
                <a:t>Opetus alkaa</a:t>
              </a:r>
            </a:p>
          </p:txBody>
        </p:sp>
        <p:sp>
          <p:nvSpPr>
            <p:cNvPr id="72" name="Tekstiruutu 71">
              <a:extLst>
                <a:ext uri="{FF2B5EF4-FFF2-40B4-BE49-F238E27FC236}">
                  <a16:creationId xmlns:a16="http://schemas.microsoft.com/office/drawing/2014/main" id="{89DF1B51-3B23-B96C-3177-9B8237BFF463}"/>
                </a:ext>
              </a:extLst>
            </p:cNvPr>
            <p:cNvSpPr txBox="1"/>
            <p:nvPr/>
          </p:nvSpPr>
          <p:spPr>
            <a:xfrm>
              <a:off x="3777010" y="5221727"/>
              <a:ext cx="176784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fi-FI" sz="1000"/>
            </a:p>
          </p:txBody>
        </p:sp>
      </p:grpSp>
      <p:sp>
        <p:nvSpPr>
          <p:cNvPr id="76" name="Kesto 2" title="Keston teksti">
            <a:extLst>
              <a:ext uri="{FF2B5EF4-FFF2-40B4-BE49-F238E27FC236}">
                <a16:creationId xmlns:a16="http://schemas.microsoft.com/office/drawing/2014/main" id="{628F788F-5521-C132-4C8F-B90C2013EA2B}"/>
              </a:ext>
            </a:extLst>
          </p:cNvPr>
          <p:cNvSpPr txBox="1"/>
          <p:nvPr/>
        </p:nvSpPr>
        <p:spPr>
          <a:xfrm>
            <a:off x="10234902" y="4508665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1.6.26</a:t>
            </a:r>
          </a:p>
        </p:txBody>
      </p:sp>
      <p:sp>
        <p:nvSpPr>
          <p:cNvPr id="77" name="Kesto 2" title="Keston teksti">
            <a:extLst>
              <a:ext uri="{FF2B5EF4-FFF2-40B4-BE49-F238E27FC236}">
                <a16:creationId xmlns:a16="http://schemas.microsoft.com/office/drawing/2014/main" id="{1F675DB6-ABC7-D56C-2B7F-F69553ABBCE8}"/>
              </a:ext>
            </a:extLst>
          </p:cNvPr>
          <p:cNvSpPr txBox="1"/>
          <p:nvPr/>
        </p:nvSpPr>
        <p:spPr>
          <a:xfrm>
            <a:off x="10747214" y="3177052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rPr>
              <a:t>8/2026</a:t>
            </a:r>
          </a:p>
        </p:txBody>
      </p:sp>
      <p:sp>
        <p:nvSpPr>
          <p:cNvPr id="78" name="Kesto 2" title="Keston teksti">
            <a:extLst>
              <a:ext uri="{FF2B5EF4-FFF2-40B4-BE49-F238E27FC236}">
                <a16:creationId xmlns:a16="http://schemas.microsoft.com/office/drawing/2014/main" id="{9341F39D-3EB8-8CD2-E7B4-F132A49B1E5A}"/>
              </a:ext>
            </a:extLst>
          </p:cNvPr>
          <p:cNvSpPr txBox="1"/>
          <p:nvPr/>
        </p:nvSpPr>
        <p:spPr>
          <a:xfrm>
            <a:off x="8787366" y="3420034"/>
            <a:ext cx="127240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i-FI" sz="1000">
                <a:solidFill>
                  <a:schemeClr val="bg1"/>
                </a:solidFill>
                <a:latin typeface="Trebuchet MS" panose="020B0603020202020204" pitchFamily="34" charset="0"/>
              </a:rPr>
              <a:t>3-5/2026</a:t>
            </a:r>
          </a:p>
        </p:txBody>
      </p:sp>
      <p:grpSp>
        <p:nvGrpSpPr>
          <p:cNvPr id="15" name="Ryhmä 14">
            <a:extLst>
              <a:ext uri="{FF2B5EF4-FFF2-40B4-BE49-F238E27FC236}">
                <a16:creationId xmlns:a16="http://schemas.microsoft.com/office/drawing/2014/main" id="{6D2C925A-7537-474B-434F-F798D4A7FA17}"/>
              </a:ext>
            </a:extLst>
          </p:cNvPr>
          <p:cNvGrpSpPr/>
          <p:nvPr/>
        </p:nvGrpSpPr>
        <p:grpSpPr>
          <a:xfrm>
            <a:off x="442688" y="3271754"/>
            <a:ext cx="504000" cy="504000"/>
            <a:chOff x="8303601" y="688797"/>
            <a:chExt cx="1027743" cy="101470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4" name="Ellipsi 13">
              <a:extLst>
                <a:ext uri="{FF2B5EF4-FFF2-40B4-BE49-F238E27FC236}">
                  <a16:creationId xmlns:a16="http://schemas.microsoft.com/office/drawing/2014/main" id="{9EEB4B9D-3458-435E-050B-B3B2588E0AA4}"/>
                </a:ext>
              </a:extLst>
            </p:cNvPr>
            <p:cNvSpPr/>
            <p:nvPr/>
          </p:nvSpPr>
          <p:spPr>
            <a:xfrm>
              <a:off x="8303601" y="688797"/>
              <a:ext cx="1027743" cy="101470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6" name="Kuva 4" descr="Käyttäjät tasaisella täytöllä">
              <a:extLst>
                <a:ext uri="{FF2B5EF4-FFF2-40B4-BE49-F238E27FC236}">
                  <a16:creationId xmlns:a16="http://schemas.microsoft.com/office/drawing/2014/main" id="{03E2E1D5-CB12-7848-4D2E-36BECBE1820E}"/>
                </a:ext>
              </a:extLst>
            </p:cNvPr>
            <p:cNvGrpSpPr/>
            <p:nvPr/>
          </p:nvGrpSpPr>
          <p:grpSpPr>
            <a:xfrm>
              <a:off x="8417423" y="954651"/>
              <a:ext cx="800100" cy="499109"/>
              <a:chOff x="8344498" y="753648"/>
              <a:chExt cx="800100" cy="499109"/>
            </a:xfrm>
            <a:grpFill/>
          </p:grpSpPr>
          <p:sp>
            <p:nvSpPr>
              <p:cNvPr id="7" name="Vapaamuotoinen: Muoto 6">
                <a:extLst>
                  <a:ext uri="{FF2B5EF4-FFF2-40B4-BE49-F238E27FC236}">
                    <a16:creationId xmlns:a16="http://schemas.microsoft.com/office/drawing/2014/main" id="{6EAC4A1C-7722-6932-355A-2B685A8E600B}"/>
                  </a:ext>
                </a:extLst>
              </p:cNvPr>
              <p:cNvSpPr/>
              <p:nvPr/>
            </p:nvSpPr>
            <p:spPr>
              <a:xfrm>
                <a:off x="84302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8" name="Vapaamuotoinen: Muoto 7">
                <a:extLst>
                  <a:ext uri="{FF2B5EF4-FFF2-40B4-BE49-F238E27FC236}">
                    <a16:creationId xmlns:a16="http://schemas.microsoft.com/office/drawing/2014/main" id="{0B0BF919-20E7-5CEF-01EE-CB529FCEAFB8}"/>
                  </a:ext>
                </a:extLst>
              </p:cNvPr>
              <p:cNvSpPr/>
              <p:nvPr/>
            </p:nvSpPr>
            <p:spPr>
              <a:xfrm>
                <a:off x="88874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" name="Vapaamuotoinen: Muoto 8">
                <a:extLst>
                  <a:ext uri="{FF2B5EF4-FFF2-40B4-BE49-F238E27FC236}">
                    <a16:creationId xmlns:a16="http://schemas.microsoft.com/office/drawing/2014/main" id="{5CD2C879-2A1F-72E5-8B7E-B9C5843FC519}"/>
                  </a:ext>
                </a:extLst>
              </p:cNvPr>
              <p:cNvSpPr/>
              <p:nvPr/>
            </p:nvSpPr>
            <p:spPr>
              <a:xfrm>
                <a:off x="8573098" y="1081308"/>
                <a:ext cx="342900" cy="171449"/>
              </a:xfrm>
              <a:custGeom>
                <a:avLst/>
                <a:gdLst>
                  <a:gd name="connsiteX0" fmla="*/ 342900 w 342900"/>
                  <a:gd name="connsiteY0" fmla="*/ 171450 h 171449"/>
                  <a:gd name="connsiteX1" fmla="*/ 342900 w 342900"/>
                  <a:gd name="connsiteY1" fmla="*/ 85725 h 171449"/>
                  <a:gd name="connsiteX2" fmla="*/ 325755 w 342900"/>
                  <a:gd name="connsiteY2" fmla="*/ 51435 h 171449"/>
                  <a:gd name="connsiteX3" fmla="*/ 241935 w 342900"/>
                  <a:gd name="connsiteY3" fmla="*/ 11430 h 171449"/>
                  <a:gd name="connsiteX4" fmla="*/ 171450 w 342900"/>
                  <a:gd name="connsiteY4" fmla="*/ 0 h 171449"/>
                  <a:gd name="connsiteX5" fmla="*/ 100965 w 342900"/>
                  <a:gd name="connsiteY5" fmla="*/ 11430 h 171449"/>
                  <a:gd name="connsiteX6" fmla="*/ 17145 w 342900"/>
                  <a:gd name="connsiteY6" fmla="*/ 51435 h 171449"/>
                  <a:gd name="connsiteX7" fmla="*/ 0 w 342900"/>
                  <a:gd name="connsiteY7" fmla="*/ 85725 h 171449"/>
                  <a:gd name="connsiteX8" fmla="*/ 0 w 342900"/>
                  <a:gd name="connsiteY8" fmla="*/ 171450 h 171449"/>
                  <a:gd name="connsiteX9" fmla="*/ 342900 w 342900"/>
                  <a:gd name="connsiteY9" fmla="*/ 171450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171449">
                    <a:moveTo>
                      <a:pt x="342900" y="171450"/>
                    </a:moveTo>
                    <a:lnTo>
                      <a:pt x="342900" y="85725"/>
                    </a:lnTo>
                    <a:cubicBezTo>
                      <a:pt x="342900" y="72390"/>
                      <a:pt x="337185" y="59055"/>
                      <a:pt x="325755" y="51435"/>
                    </a:cubicBezTo>
                    <a:cubicBezTo>
                      <a:pt x="302895" y="32385"/>
                      <a:pt x="272415" y="19050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19050"/>
                      <a:pt x="41910" y="34290"/>
                      <a:pt x="17145" y="51435"/>
                    </a:cubicBezTo>
                    <a:cubicBezTo>
                      <a:pt x="5715" y="60960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34290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0" name="Vapaamuotoinen: Muoto 9">
                <a:extLst>
                  <a:ext uri="{FF2B5EF4-FFF2-40B4-BE49-F238E27FC236}">
                    <a16:creationId xmlns:a16="http://schemas.microsoft.com/office/drawing/2014/main" id="{12E7A9D7-DBF8-A0ED-4FB3-AA7C85E44F16}"/>
                  </a:ext>
                </a:extLst>
              </p:cNvPr>
              <p:cNvSpPr/>
              <p:nvPr/>
            </p:nvSpPr>
            <p:spPr>
              <a:xfrm>
                <a:off x="8658823" y="886998"/>
                <a:ext cx="171450" cy="171450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2" name="Vapaamuotoinen: Muoto 11">
                <a:extLst>
                  <a:ext uri="{FF2B5EF4-FFF2-40B4-BE49-F238E27FC236}">
                    <a16:creationId xmlns:a16="http://schemas.microsoft.com/office/drawing/2014/main" id="{54850303-CA02-5327-7522-7FFC26FCA24A}"/>
                  </a:ext>
                </a:extLst>
              </p:cNvPr>
              <p:cNvSpPr/>
              <p:nvPr/>
            </p:nvSpPr>
            <p:spPr>
              <a:xfrm>
                <a:off x="8834083" y="947958"/>
                <a:ext cx="310514" cy="171450"/>
              </a:xfrm>
              <a:custGeom>
                <a:avLst/>
                <a:gdLst>
                  <a:gd name="connsiteX0" fmla="*/ 293370 w 310514"/>
                  <a:gd name="connsiteY0" fmla="*/ 51435 h 171450"/>
                  <a:gd name="connsiteX1" fmla="*/ 209550 w 310514"/>
                  <a:gd name="connsiteY1" fmla="*/ 11430 h 171450"/>
                  <a:gd name="connsiteX2" fmla="*/ 139065 w 310514"/>
                  <a:gd name="connsiteY2" fmla="*/ 0 h 171450"/>
                  <a:gd name="connsiteX3" fmla="*/ 68580 w 310514"/>
                  <a:gd name="connsiteY3" fmla="*/ 11430 h 171450"/>
                  <a:gd name="connsiteX4" fmla="*/ 34290 w 310514"/>
                  <a:gd name="connsiteY4" fmla="*/ 24765 h 171450"/>
                  <a:gd name="connsiteX5" fmla="*/ 34290 w 310514"/>
                  <a:gd name="connsiteY5" fmla="*/ 26670 h 171450"/>
                  <a:gd name="connsiteX6" fmla="*/ 0 w 310514"/>
                  <a:gd name="connsiteY6" fmla="*/ 110490 h 171450"/>
                  <a:gd name="connsiteX7" fmla="*/ 87630 w 310514"/>
                  <a:gd name="connsiteY7" fmla="*/ 154305 h 171450"/>
                  <a:gd name="connsiteX8" fmla="*/ 102870 w 310514"/>
                  <a:gd name="connsiteY8" fmla="*/ 171450 h 171450"/>
                  <a:gd name="connsiteX9" fmla="*/ 310515 w 310514"/>
                  <a:gd name="connsiteY9" fmla="*/ 171450 h 171450"/>
                  <a:gd name="connsiteX10" fmla="*/ 310515 w 310514"/>
                  <a:gd name="connsiteY10" fmla="*/ 85725 h 171450"/>
                  <a:gd name="connsiteX11" fmla="*/ 293370 w 310514"/>
                  <a:gd name="connsiteY11" fmla="*/ 5143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0514" h="171450">
                    <a:moveTo>
                      <a:pt x="293370" y="51435"/>
                    </a:moveTo>
                    <a:cubicBezTo>
                      <a:pt x="270510" y="32385"/>
                      <a:pt x="240030" y="19050"/>
                      <a:pt x="209550" y="11430"/>
                    </a:cubicBezTo>
                    <a:cubicBezTo>
                      <a:pt x="188595" y="5715"/>
                      <a:pt x="163830" y="0"/>
                      <a:pt x="139065" y="0"/>
                    </a:cubicBezTo>
                    <a:cubicBezTo>
                      <a:pt x="116205" y="0"/>
                      <a:pt x="91440" y="3810"/>
                      <a:pt x="68580" y="11430"/>
                    </a:cubicBezTo>
                    <a:cubicBezTo>
                      <a:pt x="57150" y="15240"/>
                      <a:pt x="45720" y="19050"/>
                      <a:pt x="34290" y="24765"/>
                    </a:cubicBezTo>
                    <a:lnTo>
                      <a:pt x="34290" y="26670"/>
                    </a:lnTo>
                    <a:cubicBezTo>
                      <a:pt x="34290" y="59055"/>
                      <a:pt x="20955" y="89535"/>
                      <a:pt x="0" y="110490"/>
                    </a:cubicBezTo>
                    <a:cubicBezTo>
                      <a:pt x="36195" y="121920"/>
                      <a:pt x="64770" y="137160"/>
                      <a:pt x="87630" y="154305"/>
                    </a:cubicBezTo>
                    <a:cubicBezTo>
                      <a:pt x="93345" y="160020"/>
                      <a:pt x="99060" y="163830"/>
                      <a:pt x="102870" y="171450"/>
                    </a:cubicBezTo>
                    <a:lnTo>
                      <a:pt x="310515" y="171450"/>
                    </a:lnTo>
                    <a:lnTo>
                      <a:pt x="310515" y="85725"/>
                    </a:lnTo>
                    <a:cubicBezTo>
                      <a:pt x="310515" y="72390"/>
                      <a:pt x="304800" y="59055"/>
                      <a:pt x="293370" y="5143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3" name="Vapaamuotoinen: Muoto 12">
                <a:extLst>
                  <a:ext uri="{FF2B5EF4-FFF2-40B4-BE49-F238E27FC236}">
                    <a16:creationId xmlns:a16="http://schemas.microsoft.com/office/drawing/2014/main" id="{9B00205A-0145-CE43-2DF8-0B90D9A06C0F}"/>
                  </a:ext>
                </a:extLst>
              </p:cNvPr>
              <p:cNvSpPr/>
              <p:nvPr/>
            </p:nvSpPr>
            <p:spPr>
              <a:xfrm>
                <a:off x="8344498" y="947958"/>
                <a:ext cx="310514" cy="171450"/>
              </a:xfrm>
              <a:custGeom>
                <a:avLst/>
                <a:gdLst>
                  <a:gd name="connsiteX0" fmla="*/ 222885 w 310514"/>
                  <a:gd name="connsiteY0" fmla="*/ 154305 h 171450"/>
                  <a:gd name="connsiteX1" fmla="*/ 222885 w 310514"/>
                  <a:gd name="connsiteY1" fmla="*/ 154305 h 171450"/>
                  <a:gd name="connsiteX2" fmla="*/ 310515 w 310514"/>
                  <a:gd name="connsiteY2" fmla="*/ 110490 h 171450"/>
                  <a:gd name="connsiteX3" fmla="*/ 276225 w 310514"/>
                  <a:gd name="connsiteY3" fmla="*/ 26670 h 171450"/>
                  <a:gd name="connsiteX4" fmla="*/ 276225 w 310514"/>
                  <a:gd name="connsiteY4" fmla="*/ 22860 h 171450"/>
                  <a:gd name="connsiteX5" fmla="*/ 241935 w 310514"/>
                  <a:gd name="connsiteY5" fmla="*/ 11430 h 171450"/>
                  <a:gd name="connsiteX6" fmla="*/ 171450 w 310514"/>
                  <a:gd name="connsiteY6" fmla="*/ 0 h 171450"/>
                  <a:gd name="connsiteX7" fmla="*/ 100965 w 310514"/>
                  <a:gd name="connsiteY7" fmla="*/ 11430 h 171450"/>
                  <a:gd name="connsiteX8" fmla="*/ 17145 w 310514"/>
                  <a:gd name="connsiteY8" fmla="*/ 51435 h 171450"/>
                  <a:gd name="connsiteX9" fmla="*/ 0 w 310514"/>
                  <a:gd name="connsiteY9" fmla="*/ 85725 h 171450"/>
                  <a:gd name="connsiteX10" fmla="*/ 0 w 310514"/>
                  <a:gd name="connsiteY10" fmla="*/ 171450 h 171450"/>
                  <a:gd name="connsiteX11" fmla="*/ 205740 w 310514"/>
                  <a:gd name="connsiteY11" fmla="*/ 171450 h 171450"/>
                  <a:gd name="connsiteX12" fmla="*/ 222885 w 310514"/>
                  <a:gd name="connsiteY12" fmla="*/ 15430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514" h="171450">
                    <a:moveTo>
                      <a:pt x="222885" y="154305"/>
                    </a:moveTo>
                    <a:lnTo>
                      <a:pt x="222885" y="154305"/>
                    </a:lnTo>
                    <a:cubicBezTo>
                      <a:pt x="249555" y="135255"/>
                      <a:pt x="280035" y="120015"/>
                      <a:pt x="310515" y="110490"/>
                    </a:cubicBezTo>
                    <a:cubicBezTo>
                      <a:pt x="289560" y="87630"/>
                      <a:pt x="276225" y="59055"/>
                      <a:pt x="276225" y="26670"/>
                    </a:cubicBezTo>
                    <a:cubicBezTo>
                      <a:pt x="276225" y="24765"/>
                      <a:pt x="276225" y="24765"/>
                      <a:pt x="276225" y="22860"/>
                    </a:cubicBezTo>
                    <a:cubicBezTo>
                      <a:pt x="264795" y="19050"/>
                      <a:pt x="253365" y="13335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20955"/>
                      <a:pt x="41910" y="34290"/>
                      <a:pt x="17145" y="51435"/>
                    </a:cubicBezTo>
                    <a:cubicBezTo>
                      <a:pt x="5715" y="59055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205740" y="171450"/>
                    </a:lnTo>
                    <a:cubicBezTo>
                      <a:pt x="211455" y="163830"/>
                      <a:pt x="215265" y="160020"/>
                      <a:pt x="222885" y="15430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pic>
        <p:nvPicPr>
          <p:cNvPr id="17" name="Kuva 16" descr="Kuva, joka sisältää kohteen ympyrä, kuvakaappaus, Grafiikka, logo&#10;&#10;Kuvaus luotu automaattisesti">
            <a:extLst>
              <a:ext uri="{FF2B5EF4-FFF2-40B4-BE49-F238E27FC236}">
                <a16:creationId xmlns:a16="http://schemas.microsoft.com/office/drawing/2014/main" id="{3D6F5DD5-B991-915B-97D6-EA77134647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0" t="18649" r="16908" b="28534"/>
          <a:stretch/>
        </p:blipFill>
        <p:spPr>
          <a:xfrm>
            <a:off x="1650566" y="4265678"/>
            <a:ext cx="530453" cy="504000"/>
          </a:xfrm>
          <a:prstGeom prst="rect">
            <a:avLst/>
          </a:prstGeom>
        </p:spPr>
      </p:pic>
      <p:grpSp>
        <p:nvGrpSpPr>
          <p:cNvPr id="18" name="Ryhmä 17">
            <a:extLst>
              <a:ext uri="{FF2B5EF4-FFF2-40B4-BE49-F238E27FC236}">
                <a16:creationId xmlns:a16="http://schemas.microsoft.com/office/drawing/2014/main" id="{7926C860-FC23-637F-DBB8-9A97F9E7361F}"/>
              </a:ext>
            </a:extLst>
          </p:cNvPr>
          <p:cNvGrpSpPr/>
          <p:nvPr/>
        </p:nvGrpSpPr>
        <p:grpSpPr>
          <a:xfrm>
            <a:off x="2470668" y="2709451"/>
            <a:ext cx="504000" cy="504000"/>
            <a:chOff x="8303601" y="688797"/>
            <a:chExt cx="1027743" cy="101470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9" name="Ellipsi 18">
              <a:extLst>
                <a:ext uri="{FF2B5EF4-FFF2-40B4-BE49-F238E27FC236}">
                  <a16:creationId xmlns:a16="http://schemas.microsoft.com/office/drawing/2014/main" id="{2929F6DF-692D-D3EE-F8E5-5CB313A3C2E9}"/>
                </a:ext>
              </a:extLst>
            </p:cNvPr>
            <p:cNvSpPr/>
            <p:nvPr/>
          </p:nvSpPr>
          <p:spPr>
            <a:xfrm>
              <a:off x="8303601" y="688797"/>
              <a:ext cx="1027743" cy="101470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20" name="Kuva 4" descr="Käyttäjät tasaisella täytöllä">
              <a:extLst>
                <a:ext uri="{FF2B5EF4-FFF2-40B4-BE49-F238E27FC236}">
                  <a16:creationId xmlns:a16="http://schemas.microsoft.com/office/drawing/2014/main" id="{A91596C1-4FD6-CA08-301A-F7A1401D6EA2}"/>
                </a:ext>
              </a:extLst>
            </p:cNvPr>
            <p:cNvGrpSpPr/>
            <p:nvPr/>
          </p:nvGrpSpPr>
          <p:grpSpPr>
            <a:xfrm>
              <a:off x="8417423" y="954651"/>
              <a:ext cx="800100" cy="499109"/>
              <a:chOff x="8344498" y="753648"/>
              <a:chExt cx="800100" cy="499109"/>
            </a:xfrm>
            <a:grpFill/>
          </p:grpSpPr>
          <p:sp>
            <p:nvSpPr>
              <p:cNvPr id="21" name="Vapaamuotoinen: Muoto 20">
                <a:extLst>
                  <a:ext uri="{FF2B5EF4-FFF2-40B4-BE49-F238E27FC236}">
                    <a16:creationId xmlns:a16="http://schemas.microsoft.com/office/drawing/2014/main" id="{506890A3-B6B2-B787-354E-18E92108C7D6}"/>
                  </a:ext>
                </a:extLst>
              </p:cNvPr>
              <p:cNvSpPr/>
              <p:nvPr/>
            </p:nvSpPr>
            <p:spPr>
              <a:xfrm>
                <a:off x="84302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2" name="Vapaamuotoinen: Muoto 21">
                <a:extLst>
                  <a:ext uri="{FF2B5EF4-FFF2-40B4-BE49-F238E27FC236}">
                    <a16:creationId xmlns:a16="http://schemas.microsoft.com/office/drawing/2014/main" id="{80F90DC9-FEB2-99C3-CB30-E0EBBE325DE0}"/>
                  </a:ext>
                </a:extLst>
              </p:cNvPr>
              <p:cNvSpPr/>
              <p:nvPr/>
            </p:nvSpPr>
            <p:spPr>
              <a:xfrm>
                <a:off x="88874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3" name="Vapaamuotoinen: Muoto 22">
                <a:extLst>
                  <a:ext uri="{FF2B5EF4-FFF2-40B4-BE49-F238E27FC236}">
                    <a16:creationId xmlns:a16="http://schemas.microsoft.com/office/drawing/2014/main" id="{79495066-5947-E396-6F86-CFDA61526724}"/>
                  </a:ext>
                </a:extLst>
              </p:cNvPr>
              <p:cNvSpPr/>
              <p:nvPr/>
            </p:nvSpPr>
            <p:spPr>
              <a:xfrm>
                <a:off x="8573098" y="1081308"/>
                <a:ext cx="342900" cy="171449"/>
              </a:xfrm>
              <a:custGeom>
                <a:avLst/>
                <a:gdLst>
                  <a:gd name="connsiteX0" fmla="*/ 342900 w 342900"/>
                  <a:gd name="connsiteY0" fmla="*/ 171450 h 171449"/>
                  <a:gd name="connsiteX1" fmla="*/ 342900 w 342900"/>
                  <a:gd name="connsiteY1" fmla="*/ 85725 h 171449"/>
                  <a:gd name="connsiteX2" fmla="*/ 325755 w 342900"/>
                  <a:gd name="connsiteY2" fmla="*/ 51435 h 171449"/>
                  <a:gd name="connsiteX3" fmla="*/ 241935 w 342900"/>
                  <a:gd name="connsiteY3" fmla="*/ 11430 h 171449"/>
                  <a:gd name="connsiteX4" fmla="*/ 171450 w 342900"/>
                  <a:gd name="connsiteY4" fmla="*/ 0 h 171449"/>
                  <a:gd name="connsiteX5" fmla="*/ 100965 w 342900"/>
                  <a:gd name="connsiteY5" fmla="*/ 11430 h 171449"/>
                  <a:gd name="connsiteX6" fmla="*/ 17145 w 342900"/>
                  <a:gd name="connsiteY6" fmla="*/ 51435 h 171449"/>
                  <a:gd name="connsiteX7" fmla="*/ 0 w 342900"/>
                  <a:gd name="connsiteY7" fmla="*/ 85725 h 171449"/>
                  <a:gd name="connsiteX8" fmla="*/ 0 w 342900"/>
                  <a:gd name="connsiteY8" fmla="*/ 171450 h 171449"/>
                  <a:gd name="connsiteX9" fmla="*/ 342900 w 342900"/>
                  <a:gd name="connsiteY9" fmla="*/ 171450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171449">
                    <a:moveTo>
                      <a:pt x="342900" y="171450"/>
                    </a:moveTo>
                    <a:lnTo>
                      <a:pt x="342900" y="85725"/>
                    </a:lnTo>
                    <a:cubicBezTo>
                      <a:pt x="342900" y="72390"/>
                      <a:pt x="337185" y="59055"/>
                      <a:pt x="325755" y="51435"/>
                    </a:cubicBezTo>
                    <a:cubicBezTo>
                      <a:pt x="302895" y="32385"/>
                      <a:pt x="272415" y="19050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19050"/>
                      <a:pt x="41910" y="34290"/>
                      <a:pt x="17145" y="51435"/>
                    </a:cubicBezTo>
                    <a:cubicBezTo>
                      <a:pt x="5715" y="60960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34290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4" name="Vapaamuotoinen: Muoto 23">
                <a:extLst>
                  <a:ext uri="{FF2B5EF4-FFF2-40B4-BE49-F238E27FC236}">
                    <a16:creationId xmlns:a16="http://schemas.microsoft.com/office/drawing/2014/main" id="{43CA86C4-757C-1DC1-F755-3F6EE180816B}"/>
                  </a:ext>
                </a:extLst>
              </p:cNvPr>
              <p:cNvSpPr/>
              <p:nvPr/>
            </p:nvSpPr>
            <p:spPr>
              <a:xfrm>
                <a:off x="8658823" y="886998"/>
                <a:ext cx="171450" cy="171450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5" name="Vapaamuotoinen: Muoto 24">
                <a:extLst>
                  <a:ext uri="{FF2B5EF4-FFF2-40B4-BE49-F238E27FC236}">
                    <a16:creationId xmlns:a16="http://schemas.microsoft.com/office/drawing/2014/main" id="{D64B32D4-7372-DB56-D340-AA61E9AA46F8}"/>
                  </a:ext>
                </a:extLst>
              </p:cNvPr>
              <p:cNvSpPr/>
              <p:nvPr/>
            </p:nvSpPr>
            <p:spPr>
              <a:xfrm>
                <a:off x="8834083" y="947958"/>
                <a:ext cx="310514" cy="171450"/>
              </a:xfrm>
              <a:custGeom>
                <a:avLst/>
                <a:gdLst>
                  <a:gd name="connsiteX0" fmla="*/ 293370 w 310514"/>
                  <a:gd name="connsiteY0" fmla="*/ 51435 h 171450"/>
                  <a:gd name="connsiteX1" fmla="*/ 209550 w 310514"/>
                  <a:gd name="connsiteY1" fmla="*/ 11430 h 171450"/>
                  <a:gd name="connsiteX2" fmla="*/ 139065 w 310514"/>
                  <a:gd name="connsiteY2" fmla="*/ 0 h 171450"/>
                  <a:gd name="connsiteX3" fmla="*/ 68580 w 310514"/>
                  <a:gd name="connsiteY3" fmla="*/ 11430 h 171450"/>
                  <a:gd name="connsiteX4" fmla="*/ 34290 w 310514"/>
                  <a:gd name="connsiteY4" fmla="*/ 24765 h 171450"/>
                  <a:gd name="connsiteX5" fmla="*/ 34290 w 310514"/>
                  <a:gd name="connsiteY5" fmla="*/ 26670 h 171450"/>
                  <a:gd name="connsiteX6" fmla="*/ 0 w 310514"/>
                  <a:gd name="connsiteY6" fmla="*/ 110490 h 171450"/>
                  <a:gd name="connsiteX7" fmla="*/ 87630 w 310514"/>
                  <a:gd name="connsiteY7" fmla="*/ 154305 h 171450"/>
                  <a:gd name="connsiteX8" fmla="*/ 102870 w 310514"/>
                  <a:gd name="connsiteY8" fmla="*/ 171450 h 171450"/>
                  <a:gd name="connsiteX9" fmla="*/ 310515 w 310514"/>
                  <a:gd name="connsiteY9" fmla="*/ 171450 h 171450"/>
                  <a:gd name="connsiteX10" fmla="*/ 310515 w 310514"/>
                  <a:gd name="connsiteY10" fmla="*/ 85725 h 171450"/>
                  <a:gd name="connsiteX11" fmla="*/ 293370 w 310514"/>
                  <a:gd name="connsiteY11" fmla="*/ 5143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0514" h="171450">
                    <a:moveTo>
                      <a:pt x="293370" y="51435"/>
                    </a:moveTo>
                    <a:cubicBezTo>
                      <a:pt x="270510" y="32385"/>
                      <a:pt x="240030" y="19050"/>
                      <a:pt x="209550" y="11430"/>
                    </a:cubicBezTo>
                    <a:cubicBezTo>
                      <a:pt x="188595" y="5715"/>
                      <a:pt x="163830" y="0"/>
                      <a:pt x="139065" y="0"/>
                    </a:cubicBezTo>
                    <a:cubicBezTo>
                      <a:pt x="116205" y="0"/>
                      <a:pt x="91440" y="3810"/>
                      <a:pt x="68580" y="11430"/>
                    </a:cubicBezTo>
                    <a:cubicBezTo>
                      <a:pt x="57150" y="15240"/>
                      <a:pt x="45720" y="19050"/>
                      <a:pt x="34290" y="24765"/>
                    </a:cubicBezTo>
                    <a:lnTo>
                      <a:pt x="34290" y="26670"/>
                    </a:lnTo>
                    <a:cubicBezTo>
                      <a:pt x="34290" y="59055"/>
                      <a:pt x="20955" y="89535"/>
                      <a:pt x="0" y="110490"/>
                    </a:cubicBezTo>
                    <a:cubicBezTo>
                      <a:pt x="36195" y="121920"/>
                      <a:pt x="64770" y="137160"/>
                      <a:pt x="87630" y="154305"/>
                    </a:cubicBezTo>
                    <a:cubicBezTo>
                      <a:pt x="93345" y="160020"/>
                      <a:pt x="99060" y="163830"/>
                      <a:pt x="102870" y="171450"/>
                    </a:cubicBezTo>
                    <a:lnTo>
                      <a:pt x="310515" y="171450"/>
                    </a:lnTo>
                    <a:lnTo>
                      <a:pt x="310515" y="85725"/>
                    </a:lnTo>
                    <a:cubicBezTo>
                      <a:pt x="310515" y="72390"/>
                      <a:pt x="304800" y="59055"/>
                      <a:pt x="293370" y="5143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6" name="Vapaamuotoinen: Muoto 25">
                <a:extLst>
                  <a:ext uri="{FF2B5EF4-FFF2-40B4-BE49-F238E27FC236}">
                    <a16:creationId xmlns:a16="http://schemas.microsoft.com/office/drawing/2014/main" id="{677A5B8A-DC74-8EDC-5868-E7CC4D0BF20D}"/>
                  </a:ext>
                </a:extLst>
              </p:cNvPr>
              <p:cNvSpPr/>
              <p:nvPr/>
            </p:nvSpPr>
            <p:spPr>
              <a:xfrm>
                <a:off x="8344498" y="947958"/>
                <a:ext cx="310514" cy="171450"/>
              </a:xfrm>
              <a:custGeom>
                <a:avLst/>
                <a:gdLst>
                  <a:gd name="connsiteX0" fmla="*/ 222885 w 310514"/>
                  <a:gd name="connsiteY0" fmla="*/ 154305 h 171450"/>
                  <a:gd name="connsiteX1" fmla="*/ 222885 w 310514"/>
                  <a:gd name="connsiteY1" fmla="*/ 154305 h 171450"/>
                  <a:gd name="connsiteX2" fmla="*/ 310515 w 310514"/>
                  <a:gd name="connsiteY2" fmla="*/ 110490 h 171450"/>
                  <a:gd name="connsiteX3" fmla="*/ 276225 w 310514"/>
                  <a:gd name="connsiteY3" fmla="*/ 26670 h 171450"/>
                  <a:gd name="connsiteX4" fmla="*/ 276225 w 310514"/>
                  <a:gd name="connsiteY4" fmla="*/ 22860 h 171450"/>
                  <a:gd name="connsiteX5" fmla="*/ 241935 w 310514"/>
                  <a:gd name="connsiteY5" fmla="*/ 11430 h 171450"/>
                  <a:gd name="connsiteX6" fmla="*/ 171450 w 310514"/>
                  <a:gd name="connsiteY6" fmla="*/ 0 h 171450"/>
                  <a:gd name="connsiteX7" fmla="*/ 100965 w 310514"/>
                  <a:gd name="connsiteY7" fmla="*/ 11430 h 171450"/>
                  <a:gd name="connsiteX8" fmla="*/ 17145 w 310514"/>
                  <a:gd name="connsiteY8" fmla="*/ 51435 h 171450"/>
                  <a:gd name="connsiteX9" fmla="*/ 0 w 310514"/>
                  <a:gd name="connsiteY9" fmla="*/ 85725 h 171450"/>
                  <a:gd name="connsiteX10" fmla="*/ 0 w 310514"/>
                  <a:gd name="connsiteY10" fmla="*/ 171450 h 171450"/>
                  <a:gd name="connsiteX11" fmla="*/ 205740 w 310514"/>
                  <a:gd name="connsiteY11" fmla="*/ 171450 h 171450"/>
                  <a:gd name="connsiteX12" fmla="*/ 222885 w 310514"/>
                  <a:gd name="connsiteY12" fmla="*/ 15430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514" h="171450">
                    <a:moveTo>
                      <a:pt x="222885" y="154305"/>
                    </a:moveTo>
                    <a:lnTo>
                      <a:pt x="222885" y="154305"/>
                    </a:lnTo>
                    <a:cubicBezTo>
                      <a:pt x="249555" y="135255"/>
                      <a:pt x="280035" y="120015"/>
                      <a:pt x="310515" y="110490"/>
                    </a:cubicBezTo>
                    <a:cubicBezTo>
                      <a:pt x="289560" y="87630"/>
                      <a:pt x="276225" y="59055"/>
                      <a:pt x="276225" y="26670"/>
                    </a:cubicBezTo>
                    <a:cubicBezTo>
                      <a:pt x="276225" y="24765"/>
                      <a:pt x="276225" y="24765"/>
                      <a:pt x="276225" y="22860"/>
                    </a:cubicBezTo>
                    <a:cubicBezTo>
                      <a:pt x="264795" y="19050"/>
                      <a:pt x="253365" y="13335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20955"/>
                      <a:pt x="41910" y="34290"/>
                      <a:pt x="17145" y="51435"/>
                    </a:cubicBezTo>
                    <a:cubicBezTo>
                      <a:pt x="5715" y="59055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205740" y="171450"/>
                    </a:lnTo>
                    <a:cubicBezTo>
                      <a:pt x="211455" y="163830"/>
                      <a:pt x="215265" y="160020"/>
                      <a:pt x="222885" y="15430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85" name="Ryhmä 84">
            <a:extLst>
              <a:ext uri="{FF2B5EF4-FFF2-40B4-BE49-F238E27FC236}">
                <a16:creationId xmlns:a16="http://schemas.microsoft.com/office/drawing/2014/main" id="{0D9CC6B8-46A9-805D-F3F8-D6BBCD34EB21}"/>
              </a:ext>
            </a:extLst>
          </p:cNvPr>
          <p:cNvGrpSpPr/>
          <p:nvPr/>
        </p:nvGrpSpPr>
        <p:grpSpPr>
          <a:xfrm>
            <a:off x="3281726" y="5082702"/>
            <a:ext cx="504000" cy="504000"/>
            <a:chOff x="7790942" y="422440"/>
            <a:chExt cx="1345439" cy="1300560"/>
          </a:xfrm>
          <a:solidFill>
            <a:schemeClr val="accent4">
              <a:lumMod val="75000"/>
            </a:schemeClr>
          </a:solidFill>
        </p:grpSpPr>
        <p:sp>
          <p:nvSpPr>
            <p:cNvPr id="84" name="Ellipsi 83">
              <a:extLst>
                <a:ext uri="{FF2B5EF4-FFF2-40B4-BE49-F238E27FC236}">
                  <a16:creationId xmlns:a16="http://schemas.microsoft.com/office/drawing/2014/main" id="{A78721D0-1F8C-6F0A-5EA2-6DE98AAB19C9}"/>
                </a:ext>
              </a:extLst>
            </p:cNvPr>
            <p:cNvSpPr/>
            <p:nvPr/>
          </p:nvSpPr>
          <p:spPr>
            <a:xfrm>
              <a:off x="7790942" y="422440"/>
              <a:ext cx="1345439" cy="130056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81" name="Kuva 79" descr="Käyttäjä ääriviiva">
              <a:extLst>
                <a:ext uri="{FF2B5EF4-FFF2-40B4-BE49-F238E27FC236}">
                  <a16:creationId xmlns:a16="http://schemas.microsoft.com/office/drawing/2014/main" id="{80AA785B-E078-3368-23BF-3EB7C2C33163}"/>
                </a:ext>
              </a:extLst>
            </p:cNvPr>
            <p:cNvGrpSpPr/>
            <p:nvPr/>
          </p:nvGrpSpPr>
          <p:grpSpPr>
            <a:xfrm>
              <a:off x="8167768" y="715439"/>
              <a:ext cx="609600" cy="647700"/>
              <a:chOff x="8889877" y="854330"/>
              <a:chExt cx="609600" cy="647700"/>
            </a:xfrm>
            <a:grpFill/>
          </p:grpSpPr>
          <p:sp>
            <p:nvSpPr>
              <p:cNvPr id="82" name="Vapaamuotoinen: Muoto 81">
                <a:extLst>
                  <a:ext uri="{FF2B5EF4-FFF2-40B4-BE49-F238E27FC236}">
                    <a16:creationId xmlns:a16="http://schemas.microsoft.com/office/drawing/2014/main" id="{A63919B7-76BC-D4CF-8B70-EEDF32A69604}"/>
                  </a:ext>
                </a:extLst>
              </p:cNvPr>
              <p:cNvSpPr/>
              <p:nvPr/>
            </p:nvSpPr>
            <p:spPr>
              <a:xfrm>
                <a:off x="9042277" y="854330"/>
                <a:ext cx="304800" cy="304800"/>
              </a:xfrm>
              <a:custGeom>
                <a:avLst/>
                <a:gdLst>
                  <a:gd name="connsiteX0" fmla="*/ 152400 w 304800"/>
                  <a:gd name="connsiteY0" fmla="*/ 19050 h 304800"/>
                  <a:gd name="connsiteX1" fmla="*/ 285750 w 304800"/>
                  <a:gd name="connsiteY1" fmla="*/ 152400 h 304800"/>
                  <a:gd name="connsiteX2" fmla="*/ 152400 w 304800"/>
                  <a:gd name="connsiteY2" fmla="*/ 285750 h 304800"/>
                  <a:gd name="connsiteX3" fmla="*/ 19050 w 304800"/>
                  <a:gd name="connsiteY3" fmla="*/ 152400 h 304800"/>
                  <a:gd name="connsiteX4" fmla="*/ 152400 w 304800"/>
                  <a:gd name="connsiteY4" fmla="*/ 19050 h 304800"/>
                  <a:gd name="connsiteX5" fmla="*/ 152400 w 304800"/>
                  <a:gd name="connsiteY5" fmla="*/ 0 h 304800"/>
                  <a:gd name="connsiteX6" fmla="*/ 0 w 304800"/>
                  <a:gd name="connsiteY6" fmla="*/ 152400 h 304800"/>
                  <a:gd name="connsiteX7" fmla="*/ 152400 w 304800"/>
                  <a:gd name="connsiteY7" fmla="*/ 304800 h 304800"/>
                  <a:gd name="connsiteX8" fmla="*/ 304800 w 304800"/>
                  <a:gd name="connsiteY8" fmla="*/ 152400 h 304800"/>
                  <a:gd name="connsiteX9" fmla="*/ 152400 w 304800"/>
                  <a:gd name="connsiteY9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4800" h="304800">
                    <a:moveTo>
                      <a:pt x="152400" y="19050"/>
                    </a:moveTo>
                    <a:cubicBezTo>
                      <a:pt x="226047" y="19050"/>
                      <a:pt x="285750" y="78753"/>
                      <a:pt x="285750" y="152400"/>
                    </a:cubicBezTo>
                    <a:cubicBezTo>
                      <a:pt x="285750" y="226047"/>
                      <a:pt x="226047" y="285750"/>
                      <a:pt x="152400" y="285750"/>
                    </a:cubicBezTo>
                    <a:cubicBezTo>
                      <a:pt x="78753" y="285750"/>
                      <a:pt x="19050" y="226047"/>
                      <a:pt x="19050" y="152400"/>
                    </a:cubicBezTo>
                    <a:cubicBezTo>
                      <a:pt x="19123" y="78783"/>
                      <a:pt x="78783" y="19123"/>
                      <a:pt x="152400" y="19050"/>
                    </a:cubicBezTo>
                    <a:moveTo>
                      <a:pt x="152400" y="0"/>
                    </a:moveTo>
                    <a:cubicBezTo>
                      <a:pt x="68231" y="0"/>
                      <a:pt x="0" y="68231"/>
                      <a:pt x="0" y="152400"/>
                    </a:cubicBezTo>
                    <a:cubicBezTo>
                      <a:pt x="0" y="236569"/>
                      <a:pt x="68231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1"/>
                      <a:pt x="236569" y="0"/>
                      <a:pt x="15240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83" name="Vapaamuotoinen: Muoto 82">
                <a:extLst>
                  <a:ext uri="{FF2B5EF4-FFF2-40B4-BE49-F238E27FC236}">
                    <a16:creationId xmlns:a16="http://schemas.microsoft.com/office/drawing/2014/main" id="{7FCBA859-3E13-6B19-5843-88B9208B8F67}"/>
                  </a:ext>
                </a:extLst>
              </p:cNvPr>
              <p:cNvSpPr/>
              <p:nvPr/>
            </p:nvSpPr>
            <p:spPr>
              <a:xfrm>
                <a:off x="8889877" y="1197230"/>
                <a:ext cx="609600" cy="304800"/>
              </a:xfrm>
              <a:custGeom>
                <a:avLst/>
                <a:gdLst>
                  <a:gd name="connsiteX0" fmla="*/ 609600 w 609600"/>
                  <a:gd name="connsiteY0" fmla="*/ 304800 h 304800"/>
                  <a:gd name="connsiteX1" fmla="*/ 590550 w 609600"/>
                  <a:gd name="connsiteY1" fmla="*/ 304800 h 304800"/>
                  <a:gd name="connsiteX2" fmla="*/ 590550 w 609600"/>
                  <a:gd name="connsiteY2" fmla="*/ 157163 h 304800"/>
                  <a:gd name="connsiteX3" fmla="*/ 564594 w 609600"/>
                  <a:gd name="connsiteY3" fmla="*/ 105547 h 304800"/>
                  <a:gd name="connsiteX4" fmla="*/ 423986 w 609600"/>
                  <a:gd name="connsiteY4" fmla="*/ 37148 h 304800"/>
                  <a:gd name="connsiteX5" fmla="*/ 304800 w 609600"/>
                  <a:gd name="connsiteY5" fmla="*/ 19050 h 304800"/>
                  <a:gd name="connsiteX6" fmla="*/ 185509 w 609600"/>
                  <a:gd name="connsiteY6" fmla="*/ 37148 h 304800"/>
                  <a:gd name="connsiteX7" fmla="*/ 44653 w 609600"/>
                  <a:gd name="connsiteY7" fmla="*/ 105727 h 304800"/>
                  <a:gd name="connsiteX8" fmla="*/ 19050 w 609600"/>
                  <a:gd name="connsiteY8" fmla="*/ 157163 h 304800"/>
                  <a:gd name="connsiteX9" fmla="*/ 19050 w 609600"/>
                  <a:gd name="connsiteY9" fmla="*/ 304800 h 304800"/>
                  <a:gd name="connsiteX10" fmla="*/ 0 w 609600"/>
                  <a:gd name="connsiteY10" fmla="*/ 304800 h 304800"/>
                  <a:gd name="connsiteX11" fmla="*/ 0 w 609600"/>
                  <a:gd name="connsiteY11" fmla="*/ 157163 h 304800"/>
                  <a:gd name="connsiteX12" fmla="*/ 33109 w 609600"/>
                  <a:gd name="connsiteY12" fmla="*/ 90668 h 304800"/>
                  <a:gd name="connsiteX13" fmla="*/ 180375 w 609600"/>
                  <a:gd name="connsiteY13" fmla="*/ 18831 h 304800"/>
                  <a:gd name="connsiteX14" fmla="*/ 304800 w 609600"/>
                  <a:gd name="connsiteY14" fmla="*/ 0 h 304800"/>
                  <a:gd name="connsiteX15" fmla="*/ 429339 w 609600"/>
                  <a:gd name="connsiteY15" fmla="*/ 18850 h 304800"/>
                  <a:gd name="connsiteX16" fmla="*/ 576577 w 609600"/>
                  <a:gd name="connsiteY16" fmla="*/ 90726 h 304800"/>
                  <a:gd name="connsiteX17" fmla="*/ 609600 w 609600"/>
                  <a:gd name="connsiteY17" fmla="*/ 157163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590550" y="304800"/>
                    </a:lnTo>
                    <a:lnTo>
                      <a:pt x="590550" y="157163"/>
                    </a:lnTo>
                    <a:cubicBezTo>
                      <a:pt x="590097" y="136930"/>
                      <a:pt x="580565" y="117976"/>
                      <a:pt x="564594" y="105547"/>
                    </a:cubicBezTo>
                    <a:cubicBezTo>
                      <a:pt x="522821" y="73493"/>
                      <a:pt x="474991" y="50226"/>
                      <a:pt x="423986" y="37148"/>
                    </a:cubicBezTo>
                    <a:cubicBezTo>
                      <a:pt x="385369" y="25264"/>
                      <a:pt x="345204" y="19165"/>
                      <a:pt x="304800" y="19050"/>
                    </a:cubicBezTo>
                    <a:cubicBezTo>
                      <a:pt x="264408" y="19751"/>
                      <a:pt x="224291" y="25838"/>
                      <a:pt x="185509" y="37148"/>
                    </a:cubicBezTo>
                    <a:cubicBezTo>
                      <a:pt x="135037" y="51930"/>
                      <a:pt x="87419" y="75115"/>
                      <a:pt x="44653" y="105727"/>
                    </a:cubicBezTo>
                    <a:cubicBezTo>
                      <a:pt x="28844" y="118171"/>
                      <a:pt x="19447" y="137048"/>
                      <a:pt x="19050" y="157163"/>
                    </a:cubicBezTo>
                    <a:lnTo>
                      <a:pt x="19050" y="304800"/>
                    </a:lnTo>
                    <a:lnTo>
                      <a:pt x="0" y="304800"/>
                    </a:lnTo>
                    <a:lnTo>
                      <a:pt x="0" y="157163"/>
                    </a:lnTo>
                    <a:cubicBezTo>
                      <a:pt x="472" y="131146"/>
                      <a:pt x="12633" y="106725"/>
                      <a:pt x="33109" y="90668"/>
                    </a:cubicBezTo>
                    <a:cubicBezTo>
                      <a:pt x="77795" y="58590"/>
                      <a:pt x="127586" y="34301"/>
                      <a:pt x="180375" y="18831"/>
                    </a:cubicBezTo>
                    <a:cubicBezTo>
                      <a:pt x="220827" y="7045"/>
                      <a:pt x="262672" y="712"/>
                      <a:pt x="304800" y="0"/>
                    </a:cubicBezTo>
                    <a:cubicBezTo>
                      <a:pt x="347016" y="104"/>
                      <a:pt x="388984" y="6456"/>
                      <a:pt x="429339" y="18850"/>
                    </a:cubicBezTo>
                    <a:cubicBezTo>
                      <a:pt x="482770" y="32617"/>
                      <a:pt x="532856" y="57067"/>
                      <a:pt x="576577" y="90726"/>
                    </a:cubicBezTo>
                    <a:cubicBezTo>
                      <a:pt x="597012" y="106781"/>
                      <a:pt x="609139" y="131178"/>
                      <a:pt x="609600" y="15716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86" name="Ryhmä 85">
            <a:extLst>
              <a:ext uri="{FF2B5EF4-FFF2-40B4-BE49-F238E27FC236}">
                <a16:creationId xmlns:a16="http://schemas.microsoft.com/office/drawing/2014/main" id="{64B1C5F8-528B-A137-7F2B-3019CFD65531}"/>
              </a:ext>
            </a:extLst>
          </p:cNvPr>
          <p:cNvGrpSpPr/>
          <p:nvPr/>
        </p:nvGrpSpPr>
        <p:grpSpPr>
          <a:xfrm>
            <a:off x="4136484" y="3258936"/>
            <a:ext cx="504000" cy="504000"/>
            <a:chOff x="7790942" y="422440"/>
            <a:chExt cx="1345439" cy="1300560"/>
          </a:xfrm>
          <a:solidFill>
            <a:schemeClr val="accent4">
              <a:lumMod val="75000"/>
            </a:schemeClr>
          </a:solidFill>
        </p:grpSpPr>
        <p:sp>
          <p:nvSpPr>
            <p:cNvPr id="87" name="Ellipsi 86">
              <a:extLst>
                <a:ext uri="{FF2B5EF4-FFF2-40B4-BE49-F238E27FC236}">
                  <a16:creationId xmlns:a16="http://schemas.microsoft.com/office/drawing/2014/main" id="{17DB06A0-8CC0-CA1E-036A-A9699F014925}"/>
                </a:ext>
              </a:extLst>
            </p:cNvPr>
            <p:cNvSpPr/>
            <p:nvPr/>
          </p:nvSpPr>
          <p:spPr>
            <a:xfrm>
              <a:off x="7790942" y="422440"/>
              <a:ext cx="1345439" cy="130056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88" name="Kuva 79" descr="Käyttäjä ääriviiva">
              <a:extLst>
                <a:ext uri="{FF2B5EF4-FFF2-40B4-BE49-F238E27FC236}">
                  <a16:creationId xmlns:a16="http://schemas.microsoft.com/office/drawing/2014/main" id="{066FB06A-4857-EBB6-B34B-2E8AA1C10D55}"/>
                </a:ext>
              </a:extLst>
            </p:cNvPr>
            <p:cNvGrpSpPr/>
            <p:nvPr/>
          </p:nvGrpSpPr>
          <p:grpSpPr>
            <a:xfrm>
              <a:off x="8167768" y="715439"/>
              <a:ext cx="609600" cy="647700"/>
              <a:chOff x="8889877" y="854330"/>
              <a:chExt cx="609600" cy="647700"/>
            </a:xfrm>
            <a:grpFill/>
          </p:grpSpPr>
          <p:sp>
            <p:nvSpPr>
              <p:cNvPr id="89" name="Vapaamuotoinen: Muoto 88">
                <a:extLst>
                  <a:ext uri="{FF2B5EF4-FFF2-40B4-BE49-F238E27FC236}">
                    <a16:creationId xmlns:a16="http://schemas.microsoft.com/office/drawing/2014/main" id="{AF1E8C07-E699-B9E8-D388-1F4ED4AFFCA8}"/>
                  </a:ext>
                </a:extLst>
              </p:cNvPr>
              <p:cNvSpPr/>
              <p:nvPr/>
            </p:nvSpPr>
            <p:spPr>
              <a:xfrm>
                <a:off x="9042277" y="854330"/>
                <a:ext cx="304800" cy="304800"/>
              </a:xfrm>
              <a:custGeom>
                <a:avLst/>
                <a:gdLst>
                  <a:gd name="connsiteX0" fmla="*/ 152400 w 304800"/>
                  <a:gd name="connsiteY0" fmla="*/ 19050 h 304800"/>
                  <a:gd name="connsiteX1" fmla="*/ 285750 w 304800"/>
                  <a:gd name="connsiteY1" fmla="*/ 152400 h 304800"/>
                  <a:gd name="connsiteX2" fmla="*/ 152400 w 304800"/>
                  <a:gd name="connsiteY2" fmla="*/ 285750 h 304800"/>
                  <a:gd name="connsiteX3" fmla="*/ 19050 w 304800"/>
                  <a:gd name="connsiteY3" fmla="*/ 152400 h 304800"/>
                  <a:gd name="connsiteX4" fmla="*/ 152400 w 304800"/>
                  <a:gd name="connsiteY4" fmla="*/ 19050 h 304800"/>
                  <a:gd name="connsiteX5" fmla="*/ 152400 w 304800"/>
                  <a:gd name="connsiteY5" fmla="*/ 0 h 304800"/>
                  <a:gd name="connsiteX6" fmla="*/ 0 w 304800"/>
                  <a:gd name="connsiteY6" fmla="*/ 152400 h 304800"/>
                  <a:gd name="connsiteX7" fmla="*/ 152400 w 304800"/>
                  <a:gd name="connsiteY7" fmla="*/ 304800 h 304800"/>
                  <a:gd name="connsiteX8" fmla="*/ 304800 w 304800"/>
                  <a:gd name="connsiteY8" fmla="*/ 152400 h 304800"/>
                  <a:gd name="connsiteX9" fmla="*/ 152400 w 304800"/>
                  <a:gd name="connsiteY9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4800" h="304800">
                    <a:moveTo>
                      <a:pt x="152400" y="19050"/>
                    </a:moveTo>
                    <a:cubicBezTo>
                      <a:pt x="226047" y="19050"/>
                      <a:pt x="285750" y="78753"/>
                      <a:pt x="285750" y="152400"/>
                    </a:cubicBezTo>
                    <a:cubicBezTo>
                      <a:pt x="285750" y="226047"/>
                      <a:pt x="226047" y="285750"/>
                      <a:pt x="152400" y="285750"/>
                    </a:cubicBezTo>
                    <a:cubicBezTo>
                      <a:pt x="78753" y="285750"/>
                      <a:pt x="19050" y="226047"/>
                      <a:pt x="19050" y="152400"/>
                    </a:cubicBezTo>
                    <a:cubicBezTo>
                      <a:pt x="19123" y="78783"/>
                      <a:pt x="78783" y="19123"/>
                      <a:pt x="152400" y="19050"/>
                    </a:cubicBezTo>
                    <a:moveTo>
                      <a:pt x="152400" y="0"/>
                    </a:moveTo>
                    <a:cubicBezTo>
                      <a:pt x="68231" y="0"/>
                      <a:pt x="0" y="68231"/>
                      <a:pt x="0" y="152400"/>
                    </a:cubicBezTo>
                    <a:cubicBezTo>
                      <a:pt x="0" y="236569"/>
                      <a:pt x="68231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1"/>
                      <a:pt x="236569" y="0"/>
                      <a:pt x="15240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0" name="Vapaamuotoinen: Muoto 89">
                <a:extLst>
                  <a:ext uri="{FF2B5EF4-FFF2-40B4-BE49-F238E27FC236}">
                    <a16:creationId xmlns:a16="http://schemas.microsoft.com/office/drawing/2014/main" id="{8BCB1393-A8B1-C25A-32DF-197DBE13455A}"/>
                  </a:ext>
                </a:extLst>
              </p:cNvPr>
              <p:cNvSpPr/>
              <p:nvPr/>
            </p:nvSpPr>
            <p:spPr>
              <a:xfrm>
                <a:off x="8889877" y="1197230"/>
                <a:ext cx="609600" cy="304800"/>
              </a:xfrm>
              <a:custGeom>
                <a:avLst/>
                <a:gdLst>
                  <a:gd name="connsiteX0" fmla="*/ 609600 w 609600"/>
                  <a:gd name="connsiteY0" fmla="*/ 304800 h 304800"/>
                  <a:gd name="connsiteX1" fmla="*/ 590550 w 609600"/>
                  <a:gd name="connsiteY1" fmla="*/ 304800 h 304800"/>
                  <a:gd name="connsiteX2" fmla="*/ 590550 w 609600"/>
                  <a:gd name="connsiteY2" fmla="*/ 157163 h 304800"/>
                  <a:gd name="connsiteX3" fmla="*/ 564594 w 609600"/>
                  <a:gd name="connsiteY3" fmla="*/ 105547 h 304800"/>
                  <a:gd name="connsiteX4" fmla="*/ 423986 w 609600"/>
                  <a:gd name="connsiteY4" fmla="*/ 37148 h 304800"/>
                  <a:gd name="connsiteX5" fmla="*/ 304800 w 609600"/>
                  <a:gd name="connsiteY5" fmla="*/ 19050 h 304800"/>
                  <a:gd name="connsiteX6" fmla="*/ 185509 w 609600"/>
                  <a:gd name="connsiteY6" fmla="*/ 37148 h 304800"/>
                  <a:gd name="connsiteX7" fmla="*/ 44653 w 609600"/>
                  <a:gd name="connsiteY7" fmla="*/ 105727 h 304800"/>
                  <a:gd name="connsiteX8" fmla="*/ 19050 w 609600"/>
                  <a:gd name="connsiteY8" fmla="*/ 157163 h 304800"/>
                  <a:gd name="connsiteX9" fmla="*/ 19050 w 609600"/>
                  <a:gd name="connsiteY9" fmla="*/ 304800 h 304800"/>
                  <a:gd name="connsiteX10" fmla="*/ 0 w 609600"/>
                  <a:gd name="connsiteY10" fmla="*/ 304800 h 304800"/>
                  <a:gd name="connsiteX11" fmla="*/ 0 w 609600"/>
                  <a:gd name="connsiteY11" fmla="*/ 157163 h 304800"/>
                  <a:gd name="connsiteX12" fmla="*/ 33109 w 609600"/>
                  <a:gd name="connsiteY12" fmla="*/ 90668 h 304800"/>
                  <a:gd name="connsiteX13" fmla="*/ 180375 w 609600"/>
                  <a:gd name="connsiteY13" fmla="*/ 18831 h 304800"/>
                  <a:gd name="connsiteX14" fmla="*/ 304800 w 609600"/>
                  <a:gd name="connsiteY14" fmla="*/ 0 h 304800"/>
                  <a:gd name="connsiteX15" fmla="*/ 429339 w 609600"/>
                  <a:gd name="connsiteY15" fmla="*/ 18850 h 304800"/>
                  <a:gd name="connsiteX16" fmla="*/ 576577 w 609600"/>
                  <a:gd name="connsiteY16" fmla="*/ 90726 h 304800"/>
                  <a:gd name="connsiteX17" fmla="*/ 609600 w 609600"/>
                  <a:gd name="connsiteY17" fmla="*/ 157163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590550" y="304800"/>
                    </a:lnTo>
                    <a:lnTo>
                      <a:pt x="590550" y="157163"/>
                    </a:lnTo>
                    <a:cubicBezTo>
                      <a:pt x="590097" y="136930"/>
                      <a:pt x="580565" y="117976"/>
                      <a:pt x="564594" y="105547"/>
                    </a:cubicBezTo>
                    <a:cubicBezTo>
                      <a:pt x="522821" y="73493"/>
                      <a:pt x="474991" y="50226"/>
                      <a:pt x="423986" y="37148"/>
                    </a:cubicBezTo>
                    <a:cubicBezTo>
                      <a:pt x="385369" y="25264"/>
                      <a:pt x="345204" y="19165"/>
                      <a:pt x="304800" y="19050"/>
                    </a:cubicBezTo>
                    <a:cubicBezTo>
                      <a:pt x="264408" y="19751"/>
                      <a:pt x="224291" y="25838"/>
                      <a:pt x="185509" y="37148"/>
                    </a:cubicBezTo>
                    <a:cubicBezTo>
                      <a:pt x="135037" y="51930"/>
                      <a:pt x="87419" y="75115"/>
                      <a:pt x="44653" y="105727"/>
                    </a:cubicBezTo>
                    <a:cubicBezTo>
                      <a:pt x="28844" y="118171"/>
                      <a:pt x="19447" y="137048"/>
                      <a:pt x="19050" y="157163"/>
                    </a:cubicBezTo>
                    <a:lnTo>
                      <a:pt x="19050" y="304800"/>
                    </a:lnTo>
                    <a:lnTo>
                      <a:pt x="0" y="304800"/>
                    </a:lnTo>
                    <a:lnTo>
                      <a:pt x="0" y="157163"/>
                    </a:lnTo>
                    <a:cubicBezTo>
                      <a:pt x="472" y="131146"/>
                      <a:pt x="12633" y="106725"/>
                      <a:pt x="33109" y="90668"/>
                    </a:cubicBezTo>
                    <a:cubicBezTo>
                      <a:pt x="77795" y="58590"/>
                      <a:pt x="127586" y="34301"/>
                      <a:pt x="180375" y="18831"/>
                    </a:cubicBezTo>
                    <a:cubicBezTo>
                      <a:pt x="220827" y="7045"/>
                      <a:pt x="262672" y="712"/>
                      <a:pt x="304800" y="0"/>
                    </a:cubicBezTo>
                    <a:cubicBezTo>
                      <a:pt x="347016" y="104"/>
                      <a:pt x="388984" y="6456"/>
                      <a:pt x="429339" y="18850"/>
                    </a:cubicBezTo>
                    <a:cubicBezTo>
                      <a:pt x="482770" y="32617"/>
                      <a:pt x="532856" y="57067"/>
                      <a:pt x="576577" y="90726"/>
                    </a:cubicBezTo>
                    <a:cubicBezTo>
                      <a:pt x="597012" y="106781"/>
                      <a:pt x="609139" y="131178"/>
                      <a:pt x="609600" y="15716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91" name="Ryhmä 90">
            <a:extLst>
              <a:ext uri="{FF2B5EF4-FFF2-40B4-BE49-F238E27FC236}">
                <a16:creationId xmlns:a16="http://schemas.microsoft.com/office/drawing/2014/main" id="{3EAB667A-4AB7-CCCF-B4B1-11D44CE458CF}"/>
              </a:ext>
            </a:extLst>
          </p:cNvPr>
          <p:cNvGrpSpPr/>
          <p:nvPr/>
        </p:nvGrpSpPr>
        <p:grpSpPr>
          <a:xfrm>
            <a:off x="5397988" y="4301766"/>
            <a:ext cx="504000" cy="504000"/>
            <a:chOff x="8303601" y="688797"/>
            <a:chExt cx="1027743" cy="101470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2" name="Ellipsi 91">
              <a:extLst>
                <a:ext uri="{FF2B5EF4-FFF2-40B4-BE49-F238E27FC236}">
                  <a16:creationId xmlns:a16="http://schemas.microsoft.com/office/drawing/2014/main" id="{5B264BD1-1E09-0C98-9200-7DB948DB655A}"/>
                </a:ext>
              </a:extLst>
            </p:cNvPr>
            <p:cNvSpPr/>
            <p:nvPr/>
          </p:nvSpPr>
          <p:spPr>
            <a:xfrm>
              <a:off x="8303601" y="688797"/>
              <a:ext cx="1027743" cy="101470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93" name="Kuva 4" descr="Käyttäjät tasaisella täytöllä">
              <a:extLst>
                <a:ext uri="{FF2B5EF4-FFF2-40B4-BE49-F238E27FC236}">
                  <a16:creationId xmlns:a16="http://schemas.microsoft.com/office/drawing/2014/main" id="{66C91E1B-120E-67A6-6D4B-24A3CE716DE2}"/>
                </a:ext>
              </a:extLst>
            </p:cNvPr>
            <p:cNvGrpSpPr/>
            <p:nvPr/>
          </p:nvGrpSpPr>
          <p:grpSpPr>
            <a:xfrm>
              <a:off x="8417423" y="954651"/>
              <a:ext cx="800100" cy="499109"/>
              <a:chOff x="8344498" y="753648"/>
              <a:chExt cx="800100" cy="499109"/>
            </a:xfrm>
            <a:grpFill/>
          </p:grpSpPr>
          <p:sp>
            <p:nvSpPr>
              <p:cNvPr id="94" name="Vapaamuotoinen: Muoto 93">
                <a:extLst>
                  <a:ext uri="{FF2B5EF4-FFF2-40B4-BE49-F238E27FC236}">
                    <a16:creationId xmlns:a16="http://schemas.microsoft.com/office/drawing/2014/main" id="{B286DCA7-AB65-C1F1-CD1F-663E9D3F9E29}"/>
                  </a:ext>
                </a:extLst>
              </p:cNvPr>
              <p:cNvSpPr/>
              <p:nvPr/>
            </p:nvSpPr>
            <p:spPr>
              <a:xfrm>
                <a:off x="84302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5" name="Vapaamuotoinen: Muoto 94">
                <a:extLst>
                  <a:ext uri="{FF2B5EF4-FFF2-40B4-BE49-F238E27FC236}">
                    <a16:creationId xmlns:a16="http://schemas.microsoft.com/office/drawing/2014/main" id="{8626A574-3723-C723-CF42-EFAA7342B6A4}"/>
                  </a:ext>
                </a:extLst>
              </p:cNvPr>
              <p:cNvSpPr/>
              <p:nvPr/>
            </p:nvSpPr>
            <p:spPr>
              <a:xfrm>
                <a:off x="88874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6" name="Vapaamuotoinen: Muoto 95">
                <a:extLst>
                  <a:ext uri="{FF2B5EF4-FFF2-40B4-BE49-F238E27FC236}">
                    <a16:creationId xmlns:a16="http://schemas.microsoft.com/office/drawing/2014/main" id="{BF6166E2-8B51-8125-9B84-C9A374580D95}"/>
                  </a:ext>
                </a:extLst>
              </p:cNvPr>
              <p:cNvSpPr/>
              <p:nvPr/>
            </p:nvSpPr>
            <p:spPr>
              <a:xfrm>
                <a:off x="8573098" y="1081308"/>
                <a:ext cx="342900" cy="171449"/>
              </a:xfrm>
              <a:custGeom>
                <a:avLst/>
                <a:gdLst>
                  <a:gd name="connsiteX0" fmla="*/ 342900 w 342900"/>
                  <a:gd name="connsiteY0" fmla="*/ 171450 h 171449"/>
                  <a:gd name="connsiteX1" fmla="*/ 342900 w 342900"/>
                  <a:gd name="connsiteY1" fmla="*/ 85725 h 171449"/>
                  <a:gd name="connsiteX2" fmla="*/ 325755 w 342900"/>
                  <a:gd name="connsiteY2" fmla="*/ 51435 h 171449"/>
                  <a:gd name="connsiteX3" fmla="*/ 241935 w 342900"/>
                  <a:gd name="connsiteY3" fmla="*/ 11430 h 171449"/>
                  <a:gd name="connsiteX4" fmla="*/ 171450 w 342900"/>
                  <a:gd name="connsiteY4" fmla="*/ 0 h 171449"/>
                  <a:gd name="connsiteX5" fmla="*/ 100965 w 342900"/>
                  <a:gd name="connsiteY5" fmla="*/ 11430 h 171449"/>
                  <a:gd name="connsiteX6" fmla="*/ 17145 w 342900"/>
                  <a:gd name="connsiteY6" fmla="*/ 51435 h 171449"/>
                  <a:gd name="connsiteX7" fmla="*/ 0 w 342900"/>
                  <a:gd name="connsiteY7" fmla="*/ 85725 h 171449"/>
                  <a:gd name="connsiteX8" fmla="*/ 0 w 342900"/>
                  <a:gd name="connsiteY8" fmla="*/ 171450 h 171449"/>
                  <a:gd name="connsiteX9" fmla="*/ 342900 w 342900"/>
                  <a:gd name="connsiteY9" fmla="*/ 171450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171449">
                    <a:moveTo>
                      <a:pt x="342900" y="171450"/>
                    </a:moveTo>
                    <a:lnTo>
                      <a:pt x="342900" y="85725"/>
                    </a:lnTo>
                    <a:cubicBezTo>
                      <a:pt x="342900" y="72390"/>
                      <a:pt x="337185" y="59055"/>
                      <a:pt x="325755" y="51435"/>
                    </a:cubicBezTo>
                    <a:cubicBezTo>
                      <a:pt x="302895" y="32385"/>
                      <a:pt x="272415" y="19050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19050"/>
                      <a:pt x="41910" y="34290"/>
                      <a:pt x="17145" y="51435"/>
                    </a:cubicBezTo>
                    <a:cubicBezTo>
                      <a:pt x="5715" y="60960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34290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7" name="Vapaamuotoinen: Muoto 96">
                <a:extLst>
                  <a:ext uri="{FF2B5EF4-FFF2-40B4-BE49-F238E27FC236}">
                    <a16:creationId xmlns:a16="http://schemas.microsoft.com/office/drawing/2014/main" id="{A30F44E4-3BB4-8B19-B883-CF9FD95AA68D}"/>
                  </a:ext>
                </a:extLst>
              </p:cNvPr>
              <p:cNvSpPr/>
              <p:nvPr/>
            </p:nvSpPr>
            <p:spPr>
              <a:xfrm>
                <a:off x="8658823" y="886998"/>
                <a:ext cx="171450" cy="171450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8" name="Vapaamuotoinen: Muoto 97">
                <a:extLst>
                  <a:ext uri="{FF2B5EF4-FFF2-40B4-BE49-F238E27FC236}">
                    <a16:creationId xmlns:a16="http://schemas.microsoft.com/office/drawing/2014/main" id="{18CEAE10-35B8-31C2-9F78-1B4B9B3535C6}"/>
                  </a:ext>
                </a:extLst>
              </p:cNvPr>
              <p:cNvSpPr/>
              <p:nvPr/>
            </p:nvSpPr>
            <p:spPr>
              <a:xfrm>
                <a:off x="8834083" y="947958"/>
                <a:ext cx="310514" cy="171450"/>
              </a:xfrm>
              <a:custGeom>
                <a:avLst/>
                <a:gdLst>
                  <a:gd name="connsiteX0" fmla="*/ 293370 w 310514"/>
                  <a:gd name="connsiteY0" fmla="*/ 51435 h 171450"/>
                  <a:gd name="connsiteX1" fmla="*/ 209550 w 310514"/>
                  <a:gd name="connsiteY1" fmla="*/ 11430 h 171450"/>
                  <a:gd name="connsiteX2" fmla="*/ 139065 w 310514"/>
                  <a:gd name="connsiteY2" fmla="*/ 0 h 171450"/>
                  <a:gd name="connsiteX3" fmla="*/ 68580 w 310514"/>
                  <a:gd name="connsiteY3" fmla="*/ 11430 h 171450"/>
                  <a:gd name="connsiteX4" fmla="*/ 34290 w 310514"/>
                  <a:gd name="connsiteY4" fmla="*/ 24765 h 171450"/>
                  <a:gd name="connsiteX5" fmla="*/ 34290 w 310514"/>
                  <a:gd name="connsiteY5" fmla="*/ 26670 h 171450"/>
                  <a:gd name="connsiteX6" fmla="*/ 0 w 310514"/>
                  <a:gd name="connsiteY6" fmla="*/ 110490 h 171450"/>
                  <a:gd name="connsiteX7" fmla="*/ 87630 w 310514"/>
                  <a:gd name="connsiteY7" fmla="*/ 154305 h 171450"/>
                  <a:gd name="connsiteX8" fmla="*/ 102870 w 310514"/>
                  <a:gd name="connsiteY8" fmla="*/ 171450 h 171450"/>
                  <a:gd name="connsiteX9" fmla="*/ 310515 w 310514"/>
                  <a:gd name="connsiteY9" fmla="*/ 171450 h 171450"/>
                  <a:gd name="connsiteX10" fmla="*/ 310515 w 310514"/>
                  <a:gd name="connsiteY10" fmla="*/ 85725 h 171450"/>
                  <a:gd name="connsiteX11" fmla="*/ 293370 w 310514"/>
                  <a:gd name="connsiteY11" fmla="*/ 5143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0514" h="171450">
                    <a:moveTo>
                      <a:pt x="293370" y="51435"/>
                    </a:moveTo>
                    <a:cubicBezTo>
                      <a:pt x="270510" y="32385"/>
                      <a:pt x="240030" y="19050"/>
                      <a:pt x="209550" y="11430"/>
                    </a:cubicBezTo>
                    <a:cubicBezTo>
                      <a:pt x="188595" y="5715"/>
                      <a:pt x="163830" y="0"/>
                      <a:pt x="139065" y="0"/>
                    </a:cubicBezTo>
                    <a:cubicBezTo>
                      <a:pt x="116205" y="0"/>
                      <a:pt x="91440" y="3810"/>
                      <a:pt x="68580" y="11430"/>
                    </a:cubicBezTo>
                    <a:cubicBezTo>
                      <a:pt x="57150" y="15240"/>
                      <a:pt x="45720" y="19050"/>
                      <a:pt x="34290" y="24765"/>
                    </a:cubicBezTo>
                    <a:lnTo>
                      <a:pt x="34290" y="26670"/>
                    </a:lnTo>
                    <a:cubicBezTo>
                      <a:pt x="34290" y="59055"/>
                      <a:pt x="20955" y="89535"/>
                      <a:pt x="0" y="110490"/>
                    </a:cubicBezTo>
                    <a:cubicBezTo>
                      <a:pt x="36195" y="121920"/>
                      <a:pt x="64770" y="137160"/>
                      <a:pt x="87630" y="154305"/>
                    </a:cubicBezTo>
                    <a:cubicBezTo>
                      <a:pt x="93345" y="160020"/>
                      <a:pt x="99060" y="163830"/>
                      <a:pt x="102870" y="171450"/>
                    </a:cubicBezTo>
                    <a:lnTo>
                      <a:pt x="310515" y="171450"/>
                    </a:lnTo>
                    <a:lnTo>
                      <a:pt x="310515" y="85725"/>
                    </a:lnTo>
                    <a:cubicBezTo>
                      <a:pt x="310515" y="72390"/>
                      <a:pt x="304800" y="59055"/>
                      <a:pt x="293370" y="5143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99" name="Vapaamuotoinen: Muoto 98">
                <a:extLst>
                  <a:ext uri="{FF2B5EF4-FFF2-40B4-BE49-F238E27FC236}">
                    <a16:creationId xmlns:a16="http://schemas.microsoft.com/office/drawing/2014/main" id="{073EC09C-3B91-6583-BB19-64FE5E41C551}"/>
                  </a:ext>
                </a:extLst>
              </p:cNvPr>
              <p:cNvSpPr/>
              <p:nvPr/>
            </p:nvSpPr>
            <p:spPr>
              <a:xfrm>
                <a:off x="8344498" y="947958"/>
                <a:ext cx="310514" cy="171450"/>
              </a:xfrm>
              <a:custGeom>
                <a:avLst/>
                <a:gdLst>
                  <a:gd name="connsiteX0" fmla="*/ 222885 w 310514"/>
                  <a:gd name="connsiteY0" fmla="*/ 154305 h 171450"/>
                  <a:gd name="connsiteX1" fmla="*/ 222885 w 310514"/>
                  <a:gd name="connsiteY1" fmla="*/ 154305 h 171450"/>
                  <a:gd name="connsiteX2" fmla="*/ 310515 w 310514"/>
                  <a:gd name="connsiteY2" fmla="*/ 110490 h 171450"/>
                  <a:gd name="connsiteX3" fmla="*/ 276225 w 310514"/>
                  <a:gd name="connsiteY3" fmla="*/ 26670 h 171450"/>
                  <a:gd name="connsiteX4" fmla="*/ 276225 w 310514"/>
                  <a:gd name="connsiteY4" fmla="*/ 22860 h 171450"/>
                  <a:gd name="connsiteX5" fmla="*/ 241935 w 310514"/>
                  <a:gd name="connsiteY5" fmla="*/ 11430 h 171450"/>
                  <a:gd name="connsiteX6" fmla="*/ 171450 w 310514"/>
                  <a:gd name="connsiteY6" fmla="*/ 0 h 171450"/>
                  <a:gd name="connsiteX7" fmla="*/ 100965 w 310514"/>
                  <a:gd name="connsiteY7" fmla="*/ 11430 h 171450"/>
                  <a:gd name="connsiteX8" fmla="*/ 17145 w 310514"/>
                  <a:gd name="connsiteY8" fmla="*/ 51435 h 171450"/>
                  <a:gd name="connsiteX9" fmla="*/ 0 w 310514"/>
                  <a:gd name="connsiteY9" fmla="*/ 85725 h 171450"/>
                  <a:gd name="connsiteX10" fmla="*/ 0 w 310514"/>
                  <a:gd name="connsiteY10" fmla="*/ 171450 h 171450"/>
                  <a:gd name="connsiteX11" fmla="*/ 205740 w 310514"/>
                  <a:gd name="connsiteY11" fmla="*/ 171450 h 171450"/>
                  <a:gd name="connsiteX12" fmla="*/ 222885 w 310514"/>
                  <a:gd name="connsiteY12" fmla="*/ 15430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514" h="171450">
                    <a:moveTo>
                      <a:pt x="222885" y="154305"/>
                    </a:moveTo>
                    <a:lnTo>
                      <a:pt x="222885" y="154305"/>
                    </a:lnTo>
                    <a:cubicBezTo>
                      <a:pt x="249555" y="135255"/>
                      <a:pt x="280035" y="120015"/>
                      <a:pt x="310515" y="110490"/>
                    </a:cubicBezTo>
                    <a:cubicBezTo>
                      <a:pt x="289560" y="87630"/>
                      <a:pt x="276225" y="59055"/>
                      <a:pt x="276225" y="26670"/>
                    </a:cubicBezTo>
                    <a:cubicBezTo>
                      <a:pt x="276225" y="24765"/>
                      <a:pt x="276225" y="24765"/>
                      <a:pt x="276225" y="22860"/>
                    </a:cubicBezTo>
                    <a:cubicBezTo>
                      <a:pt x="264795" y="19050"/>
                      <a:pt x="253365" y="13335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20955"/>
                      <a:pt x="41910" y="34290"/>
                      <a:pt x="17145" y="51435"/>
                    </a:cubicBezTo>
                    <a:cubicBezTo>
                      <a:pt x="5715" y="59055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205740" y="171450"/>
                    </a:lnTo>
                    <a:cubicBezTo>
                      <a:pt x="211455" y="163830"/>
                      <a:pt x="215265" y="160020"/>
                      <a:pt x="222885" y="15430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100" name="Ryhmä 99">
            <a:extLst>
              <a:ext uri="{FF2B5EF4-FFF2-40B4-BE49-F238E27FC236}">
                <a16:creationId xmlns:a16="http://schemas.microsoft.com/office/drawing/2014/main" id="{C0B0C472-FBCB-CF08-01F2-26DF57874B3A}"/>
              </a:ext>
            </a:extLst>
          </p:cNvPr>
          <p:cNvGrpSpPr/>
          <p:nvPr/>
        </p:nvGrpSpPr>
        <p:grpSpPr>
          <a:xfrm>
            <a:off x="7472497" y="4214759"/>
            <a:ext cx="504000" cy="504000"/>
            <a:chOff x="8303601" y="688797"/>
            <a:chExt cx="1027743" cy="101470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01" name="Ellipsi 100">
              <a:extLst>
                <a:ext uri="{FF2B5EF4-FFF2-40B4-BE49-F238E27FC236}">
                  <a16:creationId xmlns:a16="http://schemas.microsoft.com/office/drawing/2014/main" id="{8A8276D5-7FD6-A6EF-9EAC-FD5E921FF852}"/>
                </a:ext>
              </a:extLst>
            </p:cNvPr>
            <p:cNvSpPr/>
            <p:nvPr/>
          </p:nvSpPr>
          <p:spPr>
            <a:xfrm>
              <a:off x="8303601" y="688797"/>
              <a:ext cx="1027743" cy="101470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102" name="Kuva 4" descr="Käyttäjät tasaisella täytöllä">
              <a:extLst>
                <a:ext uri="{FF2B5EF4-FFF2-40B4-BE49-F238E27FC236}">
                  <a16:creationId xmlns:a16="http://schemas.microsoft.com/office/drawing/2014/main" id="{BF980EC3-C953-FD64-7812-8690BA56105D}"/>
                </a:ext>
              </a:extLst>
            </p:cNvPr>
            <p:cNvGrpSpPr/>
            <p:nvPr/>
          </p:nvGrpSpPr>
          <p:grpSpPr>
            <a:xfrm>
              <a:off x="8417423" y="954651"/>
              <a:ext cx="800099" cy="499109"/>
              <a:chOff x="8344498" y="753648"/>
              <a:chExt cx="800099" cy="499109"/>
            </a:xfrm>
            <a:grpFill/>
          </p:grpSpPr>
          <p:sp>
            <p:nvSpPr>
              <p:cNvPr id="103" name="Vapaamuotoinen: Muoto 102">
                <a:extLst>
                  <a:ext uri="{FF2B5EF4-FFF2-40B4-BE49-F238E27FC236}">
                    <a16:creationId xmlns:a16="http://schemas.microsoft.com/office/drawing/2014/main" id="{1ED838F3-ADC3-4207-466B-3BF0ED346C1D}"/>
                  </a:ext>
                </a:extLst>
              </p:cNvPr>
              <p:cNvSpPr/>
              <p:nvPr/>
            </p:nvSpPr>
            <p:spPr>
              <a:xfrm>
                <a:off x="84302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04" name="Vapaamuotoinen: Muoto 103">
                <a:extLst>
                  <a:ext uri="{FF2B5EF4-FFF2-40B4-BE49-F238E27FC236}">
                    <a16:creationId xmlns:a16="http://schemas.microsoft.com/office/drawing/2014/main" id="{9487B29D-6883-9DD6-C8B6-0113B076D98C}"/>
                  </a:ext>
                </a:extLst>
              </p:cNvPr>
              <p:cNvSpPr/>
              <p:nvPr/>
            </p:nvSpPr>
            <p:spPr>
              <a:xfrm>
                <a:off x="88874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05" name="Vapaamuotoinen: Muoto 104">
                <a:extLst>
                  <a:ext uri="{FF2B5EF4-FFF2-40B4-BE49-F238E27FC236}">
                    <a16:creationId xmlns:a16="http://schemas.microsoft.com/office/drawing/2014/main" id="{FFEB5DB5-AB4C-0397-5F1F-FC7E3EA4F93D}"/>
                  </a:ext>
                </a:extLst>
              </p:cNvPr>
              <p:cNvSpPr/>
              <p:nvPr/>
            </p:nvSpPr>
            <p:spPr>
              <a:xfrm>
                <a:off x="8573098" y="1081308"/>
                <a:ext cx="342900" cy="171449"/>
              </a:xfrm>
              <a:custGeom>
                <a:avLst/>
                <a:gdLst>
                  <a:gd name="connsiteX0" fmla="*/ 342900 w 342900"/>
                  <a:gd name="connsiteY0" fmla="*/ 171450 h 171449"/>
                  <a:gd name="connsiteX1" fmla="*/ 342900 w 342900"/>
                  <a:gd name="connsiteY1" fmla="*/ 85725 h 171449"/>
                  <a:gd name="connsiteX2" fmla="*/ 325755 w 342900"/>
                  <a:gd name="connsiteY2" fmla="*/ 51435 h 171449"/>
                  <a:gd name="connsiteX3" fmla="*/ 241935 w 342900"/>
                  <a:gd name="connsiteY3" fmla="*/ 11430 h 171449"/>
                  <a:gd name="connsiteX4" fmla="*/ 171450 w 342900"/>
                  <a:gd name="connsiteY4" fmla="*/ 0 h 171449"/>
                  <a:gd name="connsiteX5" fmla="*/ 100965 w 342900"/>
                  <a:gd name="connsiteY5" fmla="*/ 11430 h 171449"/>
                  <a:gd name="connsiteX6" fmla="*/ 17145 w 342900"/>
                  <a:gd name="connsiteY6" fmla="*/ 51435 h 171449"/>
                  <a:gd name="connsiteX7" fmla="*/ 0 w 342900"/>
                  <a:gd name="connsiteY7" fmla="*/ 85725 h 171449"/>
                  <a:gd name="connsiteX8" fmla="*/ 0 w 342900"/>
                  <a:gd name="connsiteY8" fmla="*/ 171450 h 171449"/>
                  <a:gd name="connsiteX9" fmla="*/ 342900 w 342900"/>
                  <a:gd name="connsiteY9" fmla="*/ 171450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171449">
                    <a:moveTo>
                      <a:pt x="342900" y="171450"/>
                    </a:moveTo>
                    <a:lnTo>
                      <a:pt x="342900" y="85725"/>
                    </a:lnTo>
                    <a:cubicBezTo>
                      <a:pt x="342900" y="72390"/>
                      <a:pt x="337185" y="59055"/>
                      <a:pt x="325755" y="51435"/>
                    </a:cubicBezTo>
                    <a:cubicBezTo>
                      <a:pt x="302895" y="32385"/>
                      <a:pt x="272415" y="19050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19050"/>
                      <a:pt x="41910" y="34290"/>
                      <a:pt x="17145" y="51435"/>
                    </a:cubicBezTo>
                    <a:cubicBezTo>
                      <a:pt x="5715" y="60960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34290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06" name="Vapaamuotoinen: Muoto 105">
                <a:extLst>
                  <a:ext uri="{FF2B5EF4-FFF2-40B4-BE49-F238E27FC236}">
                    <a16:creationId xmlns:a16="http://schemas.microsoft.com/office/drawing/2014/main" id="{6573E1AA-3FA4-3C51-70D0-B8D2A14943C1}"/>
                  </a:ext>
                </a:extLst>
              </p:cNvPr>
              <p:cNvSpPr/>
              <p:nvPr/>
            </p:nvSpPr>
            <p:spPr>
              <a:xfrm>
                <a:off x="8658823" y="886998"/>
                <a:ext cx="171450" cy="171450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07" name="Vapaamuotoinen: Muoto 106">
                <a:extLst>
                  <a:ext uri="{FF2B5EF4-FFF2-40B4-BE49-F238E27FC236}">
                    <a16:creationId xmlns:a16="http://schemas.microsoft.com/office/drawing/2014/main" id="{CAE9D677-3D99-9B19-DF91-36E3EF3B55B2}"/>
                  </a:ext>
                </a:extLst>
              </p:cNvPr>
              <p:cNvSpPr/>
              <p:nvPr/>
            </p:nvSpPr>
            <p:spPr>
              <a:xfrm>
                <a:off x="8834083" y="947958"/>
                <a:ext cx="310514" cy="171450"/>
              </a:xfrm>
              <a:custGeom>
                <a:avLst/>
                <a:gdLst>
                  <a:gd name="connsiteX0" fmla="*/ 293370 w 310514"/>
                  <a:gd name="connsiteY0" fmla="*/ 51435 h 171450"/>
                  <a:gd name="connsiteX1" fmla="*/ 209550 w 310514"/>
                  <a:gd name="connsiteY1" fmla="*/ 11430 h 171450"/>
                  <a:gd name="connsiteX2" fmla="*/ 139065 w 310514"/>
                  <a:gd name="connsiteY2" fmla="*/ 0 h 171450"/>
                  <a:gd name="connsiteX3" fmla="*/ 68580 w 310514"/>
                  <a:gd name="connsiteY3" fmla="*/ 11430 h 171450"/>
                  <a:gd name="connsiteX4" fmla="*/ 34290 w 310514"/>
                  <a:gd name="connsiteY4" fmla="*/ 24765 h 171450"/>
                  <a:gd name="connsiteX5" fmla="*/ 34290 w 310514"/>
                  <a:gd name="connsiteY5" fmla="*/ 26670 h 171450"/>
                  <a:gd name="connsiteX6" fmla="*/ 0 w 310514"/>
                  <a:gd name="connsiteY6" fmla="*/ 110490 h 171450"/>
                  <a:gd name="connsiteX7" fmla="*/ 87630 w 310514"/>
                  <a:gd name="connsiteY7" fmla="*/ 154305 h 171450"/>
                  <a:gd name="connsiteX8" fmla="*/ 102870 w 310514"/>
                  <a:gd name="connsiteY8" fmla="*/ 171450 h 171450"/>
                  <a:gd name="connsiteX9" fmla="*/ 310515 w 310514"/>
                  <a:gd name="connsiteY9" fmla="*/ 171450 h 171450"/>
                  <a:gd name="connsiteX10" fmla="*/ 310515 w 310514"/>
                  <a:gd name="connsiteY10" fmla="*/ 85725 h 171450"/>
                  <a:gd name="connsiteX11" fmla="*/ 293370 w 310514"/>
                  <a:gd name="connsiteY11" fmla="*/ 5143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0514" h="171450">
                    <a:moveTo>
                      <a:pt x="293370" y="51435"/>
                    </a:moveTo>
                    <a:cubicBezTo>
                      <a:pt x="270510" y="32385"/>
                      <a:pt x="240030" y="19050"/>
                      <a:pt x="209550" y="11430"/>
                    </a:cubicBezTo>
                    <a:cubicBezTo>
                      <a:pt x="188595" y="5715"/>
                      <a:pt x="163830" y="0"/>
                      <a:pt x="139065" y="0"/>
                    </a:cubicBezTo>
                    <a:cubicBezTo>
                      <a:pt x="116205" y="0"/>
                      <a:pt x="91440" y="3810"/>
                      <a:pt x="68580" y="11430"/>
                    </a:cubicBezTo>
                    <a:cubicBezTo>
                      <a:pt x="57150" y="15240"/>
                      <a:pt x="45720" y="19050"/>
                      <a:pt x="34290" y="24765"/>
                    </a:cubicBezTo>
                    <a:lnTo>
                      <a:pt x="34290" y="26670"/>
                    </a:lnTo>
                    <a:cubicBezTo>
                      <a:pt x="34290" y="59055"/>
                      <a:pt x="20955" y="89535"/>
                      <a:pt x="0" y="110490"/>
                    </a:cubicBezTo>
                    <a:cubicBezTo>
                      <a:pt x="36195" y="121920"/>
                      <a:pt x="64770" y="137160"/>
                      <a:pt x="87630" y="154305"/>
                    </a:cubicBezTo>
                    <a:cubicBezTo>
                      <a:pt x="93345" y="160020"/>
                      <a:pt x="99060" y="163830"/>
                      <a:pt x="102870" y="171450"/>
                    </a:cubicBezTo>
                    <a:lnTo>
                      <a:pt x="310515" y="171450"/>
                    </a:lnTo>
                    <a:lnTo>
                      <a:pt x="310515" y="85725"/>
                    </a:lnTo>
                    <a:cubicBezTo>
                      <a:pt x="310515" y="72390"/>
                      <a:pt x="304800" y="59055"/>
                      <a:pt x="293370" y="5143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08" name="Vapaamuotoinen: Muoto 107">
                <a:extLst>
                  <a:ext uri="{FF2B5EF4-FFF2-40B4-BE49-F238E27FC236}">
                    <a16:creationId xmlns:a16="http://schemas.microsoft.com/office/drawing/2014/main" id="{6EA289EC-1D9A-D176-E95B-FE74198AAC6F}"/>
                  </a:ext>
                </a:extLst>
              </p:cNvPr>
              <p:cNvSpPr/>
              <p:nvPr/>
            </p:nvSpPr>
            <p:spPr>
              <a:xfrm>
                <a:off x="8344498" y="947958"/>
                <a:ext cx="310514" cy="171450"/>
              </a:xfrm>
              <a:custGeom>
                <a:avLst/>
                <a:gdLst>
                  <a:gd name="connsiteX0" fmla="*/ 222885 w 310514"/>
                  <a:gd name="connsiteY0" fmla="*/ 154305 h 171450"/>
                  <a:gd name="connsiteX1" fmla="*/ 222885 w 310514"/>
                  <a:gd name="connsiteY1" fmla="*/ 154305 h 171450"/>
                  <a:gd name="connsiteX2" fmla="*/ 310515 w 310514"/>
                  <a:gd name="connsiteY2" fmla="*/ 110490 h 171450"/>
                  <a:gd name="connsiteX3" fmla="*/ 276225 w 310514"/>
                  <a:gd name="connsiteY3" fmla="*/ 26670 h 171450"/>
                  <a:gd name="connsiteX4" fmla="*/ 276225 w 310514"/>
                  <a:gd name="connsiteY4" fmla="*/ 22860 h 171450"/>
                  <a:gd name="connsiteX5" fmla="*/ 241935 w 310514"/>
                  <a:gd name="connsiteY5" fmla="*/ 11430 h 171450"/>
                  <a:gd name="connsiteX6" fmla="*/ 171450 w 310514"/>
                  <a:gd name="connsiteY6" fmla="*/ 0 h 171450"/>
                  <a:gd name="connsiteX7" fmla="*/ 100965 w 310514"/>
                  <a:gd name="connsiteY7" fmla="*/ 11430 h 171450"/>
                  <a:gd name="connsiteX8" fmla="*/ 17145 w 310514"/>
                  <a:gd name="connsiteY8" fmla="*/ 51435 h 171450"/>
                  <a:gd name="connsiteX9" fmla="*/ 0 w 310514"/>
                  <a:gd name="connsiteY9" fmla="*/ 85725 h 171450"/>
                  <a:gd name="connsiteX10" fmla="*/ 0 w 310514"/>
                  <a:gd name="connsiteY10" fmla="*/ 171450 h 171450"/>
                  <a:gd name="connsiteX11" fmla="*/ 205740 w 310514"/>
                  <a:gd name="connsiteY11" fmla="*/ 171450 h 171450"/>
                  <a:gd name="connsiteX12" fmla="*/ 222885 w 310514"/>
                  <a:gd name="connsiteY12" fmla="*/ 15430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514" h="171450">
                    <a:moveTo>
                      <a:pt x="222885" y="154305"/>
                    </a:moveTo>
                    <a:lnTo>
                      <a:pt x="222885" y="154305"/>
                    </a:lnTo>
                    <a:cubicBezTo>
                      <a:pt x="249555" y="135255"/>
                      <a:pt x="280035" y="120015"/>
                      <a:pt x="310515" y="110490"/>
                    </a:cubicBezTo>
                    <a:cubicBezTo>
                      <a:pt x="289560" y="87630"/>
                      <a:pt x="276225" y="59055"/>
                      <a:pt x="276225" y="26670"/>
                    </a:cubicBezTo>
                    <a:cubicBezTo>
                      <a:pt x="276225" y="24765"/>
                      <a:pt x="276225" y="24765"/>
                      <a:pt x="276225" y="22860"/>
                    </a:cubicBezTo>
                    <a:cubicBezTo>
                      <a:pt x="264795" y="19050"/>
                      <a:pt x="253365" y="13335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20955"/>
                      <a:pt x="41910" y="34290"/>
                      <a:pt x="17145" y="51435"/>
                    </a:cubicBezTo>
                    <a:cubicBezTo>
                      <a:pt x="5715" y="59055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205740" y="171450"/>
                    </a:lnTo>
                    <a:cubicBezTo>
                      <a:pt x="211455" y="163830"/>
                      <a:pt x="215265" y="160020"/>
                      <a:pt x="222885" y="15430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pic>
        <p:nvPicPr>
          <p:cNvPr id="109" name="Kuva 108" descr="Kuva, joka sisältää kohteen ympyrä, kuvakaappaus, Grafiikka, logo&#10;&#10;Kuvaus luotu automaattisesti">
            <a:extLst>
              <a:ext uri="{FF2B5EF4-FFF2-40B4-BE49-F238E27FC236}">
                <a16:creationId xmlns:a16="http://schemas.microsoft.com/office/drawing/2014/main" id="{AADB074D-E51A-0287-C05E-374F85BF3D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0" t="18649" r="16908" b="28534"/>
          <a:stretch/>
        </p:blipFill>
        <p:spPr>
          <a:xfrm>
            <a:off x="8570953" y="3240800"/>
            <a:ext cx="530453" cy="504000"/>
          </a:xfrm>
          <a:prstGeom prst="rect">
            <a:avLst/>
          </a:prstGeom>
        </p:spPr>
      </p:pic>
      <p:grpSp>
        <p:nvGrpSpPr>
          <p:cNvPr id="110" name="Ryhmä 109">
            <a:extLst>
              <a:ext uri="{FF2B5EF4-FFF2-40B4-BE49-F238E27FC236}">
                <a16:creationId xmlns:a16="http://schemas.microsoft.com/office/drawing/2014/main" id="{19916C5B-61E1-FF67-FD9F-91EC9BF08EF7}"/>
              </a:ext>
            </a:extLst>
          </p:cNvPr>
          <p:cNvGrpSpPr/>
          <p:nvPr/>
        </p:nvGrpSpPr>
        <p:grpSpPr>
          <a:xfrm>
            <a:off x="10052778" y="4367159"/>
            <a:ext cx="504000" cy="504000"/>
            <a:chOff x="8303601" y="688797"/>
            <a:chExt cx="1027743" cy="101470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11" name="Ellipsi 110">
              <a:extLst>
                <a:ext uri="{FF2B5EF4-FFF2-40B4-BE49-F238E27FC236}">
                  <a16:creationId xmlns:a16="http://schemas.microsoft.com/office/drawing/2014/main" id="{C4DE73D7-1AB1-41B8-6BAE-B84E0A2E1092}"/>
                </a:ext>
              </a:extLst>
            </p:cNvPr>
            <p:cNvSpPr/>
            <p:nvPr/>
          </p:nvSpPr>
          <p:spPr>
            <a:xfrm>
              <a:off x="8303601" y="688797"/>
              <a:ext cx="1027743" cy="101470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112" name="Kuva 4" descr="Käyttäjät tasaisella täytöllä">
              <a:extLst>
                <a:ext uri="{FF2B5EF4-FFF2-40B4-BE49-F238E27FC236}">
                  <a16:creationId xmlns:a16="http://schemas.microsoft.com/office/drawing/2014/main" id="{25FD3D1E-BC94-3E1D-28A1-8E6E36038F83}"/>
                </a:ext>
              </a:extLst>
            </p:cNvPr>
            <p:cNvGrpSpPr/>
            <p:nvPr/>
          </p:nvGrpSpPr>
          <p:grpSpPr>
            <a:xfrm>
              <a:off x="8417423" y="954651"/>
              <a:ext cx="800100" cy="499109"/>
              <a:chOff x="8344498" y="753648"/>
              <a:chExt cx="800100" cy="499109"/>
            </a:xfrm>
            <a:grpFill/>
          </p:grpSpPr>
          <p:sp>
            <p:nvSpPr>
              <p:cNvPr id="113" name="Vapaamuotoinen: Muoto 112">
                <a:extLst>
                  <a:ext uri="{FF2B5EF4-FFF2-40B4-BE49-F238E27FC236}">
                    <a16:creationId xmlns:a16="http://schemas.microsoft.com/office/drawing/2014/main" id="{DB0E2677-56BB-FBEE-1FF0-7A33D57E87C5}"/>
                  </a:ext>
                </a:extLst>
              </p:cNvPr>
              <p:cNvSpPr/>
              <p:nvPr/>
            </p:nvSpPr>
            <p:spPr>
              <a:xfrm>
                <a:off x="84302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14" name="Vapaamuotoinen: Muoto 113">
                <a:extLst>
                  <a:ext uri="{FF2B5EF4-FFF2-40B4-BE49-F238E27FC236}">
                    <a16:creationId xmlns:a16="http://schemas.microsoft.com/office/drawing/2014/main" id="{D6F427B0-053C-73F2-B24D-2C587F37F9A9}"/>
                  </a:ext>
                </a:extLst>
              </p:cNvPr>
              <p:cNvSpPr/>
              <p:nvPr/>
            </p:nvSpPr>
            <p:spPr>
              <a:xfrm>
                <a:off x="88874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15" name="Vapaamuotoinen: Muoto 114">
                <a:extLst>
                  <a:ext uri="{FF2B5EF4-FFF2-40B4-BE49-F238E27FC236}">
                    <a16:creationId xmlns:a16="http://schemas.microsoft.com/office/drawing/2014/main" id="{08761EE9-4F6A-B3CE-2D0A-F53F82788489}"/>
                  </a:ext>
                </a:extLst>
              </p:cNvPr>
              <p:cNvSpPr/>
              <p:nvPr/>
            </p:nvSpPr>
            <p:spPr>
              <a:xfrm>
                <a:off x="8573098" y="1081308"/>
                <a:ext cx="342900" cy="171449"/>
              </a:xfrm>
              <a:custGeom>
                <a:avLst/>
                <a:gdLst>
                  <a:gd name="connsiteX0" fmla="*/ 342900 w 342900"/>
                  <a:gd name="connsiteY0" fmla="*/ 171450 h 171449"/>
                  <a:gd name="connsiteX1" fmla="*/ 342900 w 342900"/>
                  <a:gd name="connsiteY1" fmla="*/ 85725 h 171449"/>
                  <a:gd name="connsiteX2" fmla="*/ 325755 w 342900"/>
                  <a:gd name="connsiteY2" fmla="*/ 51435 h 171449"/>
                  <a:gd name="connsiteX3" fmla="*/ 241935 w 342900"/>
                  <a:gd name="connsiteY3" fmla="*/ 11430 h 171449"/>
                  <a:gd name="connsiteX4" fmla="*/ 171450 w 342900"/>
                  <a:gd name="connsiteY4" fmla="*/ 0 h 171449"/>
                  <a:gd name="connsiteX5" fmla="*/ 100965 w 342900"/>
                  <a:gd name="connsiteY5" fmla="*/ 11430 h 171449"/>
                  <a:gd name="connsiteX6" fmla="*/ 17145 w 342900"/>
                  <a:gd name="connsiteY6" fmla="*/ 51435 h 171449"/>
                  <a:gd name="connsiteX7" fmla="*/ 0 w 342900"/>
                  <a:gd name="connsiteY7" fmla="*/ 85725 h 171449"/>
                  <a:gd name="connsiteX8" fmla="*/ 0 w 342900"/>
                  <a:gd name="connsiteY8" fmla="*/ 171450 h 171449"/>
                  <a:gd name="connsiteX9" fmla="*/ 342900 w 342900"/>
                  <a:gd name="connsiteY9" fmla="*/ 171450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171449">
                    <a:moveTo>
                      <a:pt x="342900" y="171450"/>
                    </a:moveTo>
                    <a:lnTo>
                      <a:pt x="342900" y="85725"/>
                    </a:lnTo>
                    <a:cubicBezTo>
                      <a:pt x="342900" y="72390"/>
                      <a:pt x="337185" y="59055"/>
                      <a:pt x="325755" y="51435"/>
                    </a:cubicBezTo>
                    <a:cubicBezTo>
                      <a:pt x="302895" y="32385"/>
                      <a:pt x="272415" y="19050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19050"/>
                      <a:pt x="41910" y="34290"/>
                      <a:pt x="17145" y="51435"/>
                    </a:cubicBezTo>
                    <a:cubicBezTo>
                      <a:pt x="5715" y="60960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34290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16" name="Vapaamuotoinen: Muoto 115">
                <a:extLst>
                  <a:ext uri="{FF2B5EF4-FFF2-40B4-BE49-F238E27FC236}">
                    <a16:creationId xmlns:a16="http://schemas.microsoft.com/office/drawing/2014/main" id="{341689DD-2925-890B-9537-4358F3E8394D}"/>
                  </a:ext>
                </a:extLst>
              </p:cNvPr>
              <p:cNvSpPr/>
              <p:nvPr/>
            </p:nvSpPr>
            <p:spPr>
              <a:xfrm>
                <a:off x="8658823" y="886998"/>
                <a:ext cx="171450" cy="171450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17" name="Vapaamuotoinen: Muoto 116">
                <a:extLst>
                  <a:ext uri="{FF2B5EF4-FFF2-40B4-BE49-F238E27FC236}">
                    <a16:creationId xmlns:a16="http://schemas.microsoft.com/office/drawing/2014/main" id="{C7BC4996-E94F-4A44-D360-399067854A40}"/>
                  </a:ext>
                </a:extLst>
              </p:cNvPr>
              <p:cNvSpPr/>
              <p:nvPr/>
            </p:nvSpPr>
            <p:spPr>
              <a:xfrm>
                <a:off x="8834083" y="947958"/>
                <a:ext cx="310514" cy="171450"/>
              </a:xfrm>
              <a:custGeom>
                <a:avLst/>
                <a:gdLst>
                  <a:gd name="connsiteX0" fmla="*/ 293370 w 310514"/>
                  <a:gd name="connsiteY0" fmla="*/ 51435 h 171450"/>
                  <a:gd name="connsiteX1" fmla="*/ 209550 w 310514"/>
                  <a:gd name="connsiteY1" fmla="*/ 11430 h 171450"/>
                  <a:gd name="connsiteX2" fmla="*/ 139065 w 310514"/>
                  <a:gd name="connsiteY2" fmla="*/ 0 h 171450"/>
                  <a:gd name="connsiteX3" fmla="*/ 68580 w 310514"/>
                  <a:gd name="connsiteY3" fmla="*/ 11430 h 171450"/>
                  <a:gd name="connsiteX4" fmla="*/ 34290 w 310514"/>
                  <a:gd name="connsiteY4" fmla="*/ 24765 h 171450"/>
                  <a:gd name="connsiteX5" fmla="*/ 34290 w 310514"/>
                  <a:gd name="connsiteY5" fmla="*/ 26670 h 171450"/>
                  <a:gd name="connsiteX6" fmla="*/ 0 w 310514"/>
                  <a:gd name="connsiteY6" fmla="*/ 110490 h 171450"/>
                  <a:gd name="connsiteX7" fmla="*/ 87630 w 310514"/>
                  <a:gd name="connsiteY7" fmla="*/ 154305 h 171450"/>
                  <a:gd name="connsiteX8" fmla="*/ 102870 w 310514"/>
                  <a:gd name="connsiteY8" fmla="*/ 171450 h 171450"/>
                  <a:gd name="connsiteX9" fmla="*/ 310515 w 310514"/>
                  <a:gd name="connsiteY9" fmla="*/ 171450 h 171450"/>
                  <a:gd name="connsiteX10" fmla="*/ 310515 w 310514"/>
                  <a:gd name="connsiteY10" fmla="*/ 85725 h 171450"/>
                  <a:gd name="connsiteX11" fmla="*/ 293370 w 310514"/>
                  <a:gd name="connsiteY11" fmla="*/ 5143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0514" h="171450">
                    <a:moveTo>
                      <a:pt x="293370" y="51435"/>
                    </a:moveTo>
                    <a:cubicBezTo>
                      <a:pt x="270510" y="32385"/>
                      <a:pt x="240030" y="19050"/>
                      <a:pt x="209550" y="11430"/>
                    </a:cubicBezTo>
                    <a:cubicBezTo>
                      <a:pt x="188595" y="5715"/>
                      <a:pt x="163830" y="0"/>
                      <a:pt x="139065" y="0"/>
                    </a:cubicBezTo>
                    <a:cubicBezTo>
                      <a:pt x="116205" y="0"/>
                      <a:pt x="91440" y="3810"/>
                      <a:pt x="68580" y="11430"/>
                    </a:cubicBezTo>
                    <a:cubicBezTo>
                      <a:pt x="57150" y="15240"/>
                      <a:pt x="45720" y="19050"/>
                      <a:pt x="34290" y="24765"/>
                    </a:cubicBezTo>
                    <a:lnTo>
                      <a:pt x="34290" y="26670"/>
                    </a:lnTo>
                    <a:cubicBezTo>
                      <a:pt x="34290" y="59055"/>
                      <a:pt x="20955" y="89535"/>
                      <a:pt x="0" y="110490"/>
                    </a:cubicBezTo>
                    <a:cubicBezTo>
                      <a:pt x="36195" y="121920"/>
                      <a:pt x="64770" y="137160"/>
                      <a:pt x="87630" y="154305"/>
                    </a:cubicBezTo>
                    <a:cubicBezTo>
                      <a:pt x="93345" y="160020"/>
                      <a:pt x="99060" y="163830"/>
                      <a:pt x="102870" y="171450"/>
                    </a:cubicBezTo>
                    <a:lnTo>
                      <a:pt x="310515" y="171450"/>
                    </a:lnTo>
                    <a:lnTo>
                      <a:pt x="310515" y="85725"/>
                    </a:lnTo>
                    <a:cubicBezTo>
                      <a:pt x="310515" y="72390"/>
                      <a:pt x="304800" y="59055"/>
                      <a:pt x="293370" y="5143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18" name="Vapaamuotoinen: Muoto 117">
                <a:extLst>
                  <a:ext uri="{FF2B5EF4-FFF2-40B4-BE49-F238E27FC236}">
                    <a16:creationId xmlns:a16="http://schemas.microsoft.com/office/drawing/2014/main" id="{4DCA14FE-A942-F96C-7E91-CEBA435A6FB4}"/>
                  </a:ext>
                </a:extLst>
              </p:cNvPr>
              <p:cNvSpPr/>
              <p:nvPr/>
            </p:nvSpPr>
            <p:spPr>
              <a:xfrm>
                <a:off x="8344498" y="947958"/>
                <a:ext cx="310514" cy="171450"/>
              </a:xfrm>
              <a:custGeom>
                <a:avLst/>
                <a:gdLst>
                  <a:gd name="connsiteX0" fmla="*/ 222885 w 310514"/>
                  <a:gd name="connsiteY0" fmla="*/ 154305 h 171450"/>
                  <a:gd name="connsiteX1" fmla="*/ 222885 w 310514"/>
                  <a:gd name="connsiteY1" fmla="*/ 154305 h 171450"/>
                  <a:gd name="connsiteX2" fmla="*/ 310515 w 310514"/>
                  <a:gd name="connsiteY2" fmla="*/ 110490 h 171450"/>
                  <a:gd name="connsiteX3" fmla="*/ 276225 w 310514"/>
                  <a:gd name="connsiteY3" fmla="*/ 26670 h 171450"/>
                  <a:gd name="connsiteX4" fmla="*/ 276225 w 310514"/>
                  <a:gd name="connsiteY4" fmla="*/ 22860 h 171450"/>
                  <a:gd name="connsiteX5" fmla="*/ 241935 w 310514"/>
                  <a:gd name="connsiteY5" fmla="*/ 11430 h 171450"/>
                  <a:gd name="connsiteX6" fmla="*/ 171450 w 310514"/>
                  <a:gd name="connsiteY6" fmla="*/ 0 h 171450"/>
                  <a:gd name="connsiteX7" fmla="*/ 100965 w 310514"/>
                  <a:gd name="connsiteY7" fmla="*/ 11430 h 171450"/>
                  <a:gd name="connsiteX8" fmla="*/ 17145 w 310514"/>
                  <a:gd name="connsiteY8" fmla="*/ 51435 h 171450"/>
                  <a:gd name="connsiteX9" fmla="*/ 0 w 310514"/>
                  <a:gd name="connsiteY9" fmla="*/ 85725 h 171450"/>
                  <a:gd name="connsiteX10" fmla="*/ 0 w 310514"/>
                  <a:gd name="connsiteY10" fmla="*/ 171450 h 171450"/>
                  <a:gd name="connsiteX11" fmla="*/ 205740 w 310514"/>
                  <a:gd name="connsiteY11" fmla="*/ 171450 h 171450"/>
                  <a:gd name="connsiteX12" fmla="*/ 222885 w 310514"/>
                  <a:gd name="connsiteY12" fmla="*/ 15430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514" h="171450">
                    <a:moveTo>
                      <a:pt x="222885" y="154305"/>
                    </a:moveTo>
                    <a:lnTo>
                      <a:pt x="222885" y="154305"/>
                    </a:lnTo>
                    <a:cubicBezTo>
                      <a:pt x="249555" y="135255"/>
                      <a:pt x="280035" y="120015"/>
                      <a:pt x="310515" y="110490"/>
                    </a:cubicBezTo>
                    <a:cubicBezTo>
                      <a:pt x="289560" y="87630"/>
                      <a:pt x="276225" y="59055"/>
                      <a:pt x="276225" y="26670"/>
                    </a:cubicBezTo>
                    <a:cubicBezTo>
                      <a:pt x="276225" y="24765"/>
                      <a:pt x="276225" y="24765"/>
                      <a:pt x="276225" y="22860"/>
                    </a:cubicBezTo>
                    <a:cubicBezTo>
                      <a:pt x="264795" y="19050"/>
                      <a:pt x="253365" y="13335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20955"/>
                      <a:pt x="41910" y="34290"/>
                      <a:pt x="17145" y="51435"/>
                    </a:cubicBezTo>
                    <a:cubicBezTo>
                      <a:pt x="5715" y="59055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205740" y="171450"/>
                    </a:lnTo>
                    <a:cubicBezTo>
                      <a:pt x="211455" y="163830"/>
                      <a:pt x="215265" y="160020"/>
                      <a:pt x="222885" y="15430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119" name="Ryhmä 118">
            <a:extLst>
              <a:ext uri="{FF2B5EF4-FFF2-40B4-BE49-F238E27FC236}">
                <a16:creationId xmlns:a16="http://schemas.microsoft.com/office/drawing/2014/main" id="{3360ADAE-CE79-DD4C-9759-9B3045D51EE5}"/>
              </a:ext>
            </a:extLst>
          </p:cNvPr>
          <p:cNvGrpSpPr/>
          <p:nvPr/>
        </p:nvGrpSpPr>
        <p:grpSpPr>
          <a:xfrm>
            <a:off x="6401460" y="2623063"/>
            <a:ext cx="504000" cy="504000"/>
            <a:chOff x="7790942" y="422440"/>
            <a:chExt cx="1345439" cy="1300560"/>
          </a:xfrm>
          <a:solidFill>
            <a:schemeClr val="accent4">
              <a:lumMod val="75000"/>
            </a:schemeClr>
          </a:solidFill>
        </p:grpSpPr>
        <p:sp>
          <p:nvSpPr>
            <p:cNvPr id="120" name="Ellipsi 119">
              <a:extLst>
                <a:ext uri="{FF2B5EF4-FFF2-40B4-BE49-F238E27FC236}">
                  <a16:creationId xmlns:a16="http://schemas.microsoft.com/office/drawing/2014/main" id="{4943FB5F-A602-7897-2AA7-ACB575017A3D}"/>
                </a:ext>
              </a:extLst>
            </p:cNvPr>
            <p:cNvSpPr/>
            <p:nvPr/>
          </p:nvSpPr>
          <p:spPr>
            <a:xfrm>
              <a:off x="7790942" y="422440"/>
              <a:ext cx="1345439" cy="130056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121" name="Kuva 79" descr="Käyttäjä ääriviiva">
              <a:extLst>
                <a:ext uri="{FF2B5EF4-FFF2-40B4-BE49-F238E27FC236}">
                  <a16:creationId xmlns:a16="http://schemas.microsoft.com/office/drawing/2014/main" id="{A18D9678-8236-8E1D-A432-776EFF3226C2}"/>
                </a:ext>
              </a:extLst>
            </p:cNvPr>
            <p:cNvGrpSpPr/>
            <p:nvPr/>
          </p:nvGrpSpPr>
          <p:grpSpPr>
            <a:xfrm>
              <a:off x="8167768" y="715439"/>
              <a:ext cx="609600" cy="647700"/>
              <a:chOff x="8889877" y="854330"/>
              <a:chExt cx="609600" cy="647700"/>
            </a:xfrm>
            <a:grpFill/>
          </p:grpSpPr>
          <p:sp>
            <p:nvSpPr>
              <p:cNvPr id="122" name="Vapaamuotoinen: Muoto 121">
                <a:extLst>
                  <a:ext uri="{FF2B5EF4-FFF2-40B4-BE49-F238E27FC236}">
                    <a16:creationId xmlns:a16="http://schemas.microsoft.com/office/drawing/2014/main" id="{39EC876E-F18E-DA8E-5F24-2C295F162B60}"/>
                  </a:ext>
                </a:extLst>
              </p:cNvPr>
              <p:cNvSpPr/>
              <p:nvPr/>
            </p:nvSpPr>
            <p:spPr>
              <a:xfrm>
                <a:off x="9042277" y="854330"/>
                <a:ext cx="304800" cy="304800"/>
              </a:xfrm>
              <a:custGeom>
                <a:avLst/>
                <a:gdLst>
                  <a:gd name="connsiteX0" fmla="*/ 152400 w 304800"/>
                  <a:gd name="connsiteY0" fmla="*/ 19050 h 304800"/>
                  <a:gd name="connsiteX1" fmla="*/ 285750 w 304800"/>
                  <a:gd name="connsiteY1" fmla="*/ 152400 h 304800"/>
                  <a:gd name="connsiteX2" fmla="*/ 152400 w 304800"/>
                  <a:gd name="connsiteY2" fmla="*/ 285750 h 304800"/>
                  <a:gd name="connsiteX3" fmla="*/ 19050 w 304800"/>
                  <a:gd name="connsiteY3" fmla="*/ 152400 h 304800"/>
                  <a:gd name="connsiteX4" fmla="*/ 152400 w 304800"/>
                  <a:gd name="connsiteY4" fmla="*/ 19050 h 304800"/>
                  <a:gd name="connsiteX5" fmla="*/ 152400 w 304800"/>
                  <a:gd name="connsiteY5" fmla="*/ 0 h 304800"/>
                  <a:gd name="connsiteX6" fmla="*/ 0 w 304800"/>
                  <a:gd name="connsiteY6" fmla="*/ 152400 h 304800"/>
                  <a:gd name="connsiteX7" fmla="*/ 152400 w 304800"/>
                  <a:gd name="connsiteY7" fmla="*/ 304800 h 304800"/>
                  <a:gd name="connsiteX8" fmla="*/ 304800 w 304800"/>
                  <a:gd name="connsiteY8" fmla="*/ 152400 h 304800"/>
                  <a:gd name="connsiteX9" fmla="*/ 152400 w 304800"/>
                  <a:gd name="connsiteY9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4800" h="304800">
                    <a:moveTo>
                      <a:pt x="152400" y="19050"/>
                    </a:moveTo>
                    <a:cubicBezTo>
                      <a:pt x="226047" y="19050"/>
                      <a:pt x="285750" y="78753"/>
                      <a:pt x="285750" y="152400"/>
                    </a:cubicBezTo>
                    <a:cubicBezTo>
                      <a:pt x="285750" y="226047"/>
                      <a:pt x="226047" y="285750"/>
                      <a:pt x="152400" y="285750"/>
                    </a:cubicBezTo>
                    <a:cubicBezTo>
                      <a:pt x="78753" y="285750"/>
                      <a:pt x="19050" y="226047"/>
                      <a:pt x="19050" y="152400"/>
                    </a:cubicBezTo>
                    <a:cubicBezTo>
                      <a:pt x="19123" y="78783"/>
                      <a:pt x="78783" y="19123"/>
                      <a:pt x="152400" y="19050"/>
                    </a:cubicBezTo>
                    <a:moveTo>
                      <a:pt x="152400" y="0"/>
                    </a:moveTo>
                    <a:cubicBezTo>
                      <a:pt x="68231" y="0"/>
                      <a:pt x="0" y="68231"/>
                      <a:pt x="0" y="152400"/>
                    </a:cubicBezTo>
                    <a:cubicBezTo>
                      <a:pt x="0" y="236569"/>
                      <a:pt x="68231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1"/>
                      <a:pt x="236569" y="0"/>
                      <a:pt x="15240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123" name="Vapaamuotoinen: Muoto 122">
                <a:extLst>
                  <a:ext uri="{FF2B5EF4-FFF2-40B4-BE49-F238E27FC236}">
                    <a16:creationId xmlns:a16="http://schemas.microsoft.com/office/drawing/2014/main" id="{98C49330-1D57-043C-58B5-C750519E6EE9}"/>
                  </a:ext>
                </a:extLst>
              </p:cNvPr>
              <p:cNvSpPr/>
              <p:nvPr/>
            </p:nvSpPr>
            <p:spPr>
              <a:xfrm>
                <a:off x="8889877" y="1197230"/>
                <a:ext cx="609600" cy="304800"/>
              </a:xfrm>
              <a:custGeom>
                <a:avLst/>
                <a:gdLst>
                  <a:gd name="connsiteX0" fmla="*/ 609600 w 609600"/>
                  <a:gd name="connsiteY0" fmla="*/ 304800 h 304800"/>
                  <a:gd name="connsiteX1" fmla="*/ 590550 w 609600"/>
                  <a:gd name="connsiteY1" fmla="*/ 304800 h 304800"/>
                  <a:gd name="connsiteX2" fmla="*/ 590550 w 609600"/>
                  <a:gd name="connsiteY2" fmla="*/ 157163 h 304800"/>
                  <a:gd name="connsiteX3" fmla="*/ 564594 w 609600"/>
                  <a:gd name="connsiteY3" fmla="*/ 105547 h 304800"/>
                  <a:gd name="connsiteX4" fmla="*/ 423986 w 609600"/>
                  <a:gd name="connsiteY4" fmla="*/ 37148 h 304800"/>
                  <a:gd name="connsiteX5" fmla="*/ 304800 w 609600"/>
                  <a:gd name="connsiteY5" fmla="*/ 19050 h 304800"/>
                  <a:gd name="connsiteX6" fmla="*/ 185509 w 609600"/>
                  <a:gd name="connsiteY6" fmla="*/ 37148 h 304800"/>
                  <a:gd name="connsiteX7" fmla="*/ 44653 w 609600"/>
                  <a:gd name="connsiteY7" fmla="*/ 105727 h 304800"/>
                  <a:gd name="connsiteX8" fmla="*/ 19050 w 609600"/>
                  <a:gd name="connsiteY8" fmla="*/ 157163 h 304800"/>
                  <a:gd name="connsiteX9" fmla="*/ 19050 w 609600"/>
                  <a:gd name="connsiteY9" fmla="*/ 304800 h 304800"/>
                  <a:gd name="connsiteX10" fmla="*/ 0 w 609600"/>
                  <a:gd name="connsiteY10" fmla="*/ 304800 h 304800"/>
                  <a:gd name="connsiteX11" fmla="*/ 0 w 609600"/>
                  <a:gd name="connsiteY11" fmla="*/ 157163 h 304800"/>
                  <a:gd name="connsiteX12" fmla="*/ 33109 w 609600"/>
                  <a:gd name="connsiteY12" fmla="*/ 90668 h 304800"/>
                  <a:gd name="connsiteX13" fmla="*/ 180375 w 609600"/>
                  <a:gd name="connsiteY13" fmla="*/ 18831 h 304800"/>
                  <a:gd name="connsiteX14" fmla="*/ 304800 w 609600"/>
                  <a:gd name="connsiteY14" fmla="*/ 0 h 304800"/>
                  <a:gd name="connsiteX15" fmla="*/ 429339 w 609600"/>
                  <a:gd name="connsiteY15" fmla="*/ 18850 h 304800"/>
                  <a:gd name="connsiteX16" fmla="*/ 576577 w 609600"/>
                  <a:gd name="connsiteY16" fmla="*/ 90726 h 304800"/>
                  <a:gd name="connsiteX17" fmla="*/ 609600 w 609600"/>
                  <a:gd name="connsiteY17" fmla="*/ 157163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590550" y="304800"/>
                    </a:lnTo>
                    <a:lnTo>
                      <a:pt x="590550" y="157163"/>
                    </a:lnTo>
                    <a:cubicBezTo>
                      <a:pt x="590097" y="136930"/>
                      <a:pt x="580565" y="117976"/>
                      <a:pt x="564594" y="105547"/>
                    </a:cubicBezTo>
                    <a:cubicBezTo>
                      <a:pt x="522821" y="73493"/>
                      <a:pt x="474991" y="50226"/>
                      <a:pt x="423986" y="37148"/>
                    </a:cubicBezTo>
                    <a:cubicBezTo>
                      <a:pt x="385369" y="25264"/>
                      <a:pt x="345204" y="19165"/>
                      <a:pt x="304800" y="19050"/>
                    </a:cubicBezTo>
                    <a:cubicBezTo>
                      <a:pt x="264408" y="19751"/>
                      <a:pt x="224291" y="25838"/>
                      <a:pt x="185509" y="37148"/>
                    </a:cubicBezTo>
                    <a:cubicBezTo>
                      <a:pt x="135037" y="51930"/>
                      <a:pt x="87419" y="75115"/>
                      <a:pt x="44653" y="105727"/>
                    </a:cubicBezTo>
                    <a:cubicBezTo>
                      <a:pt x="28844" y="118171"/>
                      <a:pt x="19447" y="137048"/>
                      <a:pt x="19050" y="157163"/>
                    </a:cubicBezTo>
                    <a:lnTo>
                      <a:pt x="19050" y="304800"/>
                    </a:lnTo>
                    <a:lnTo>
                      <a:pt x="0" y="304800"/>
                    </a:lnTo>
                    <a:lnTo>
                      <a:pt x="0" y="157163"/>
                    </a:lnTo>
                    <a:cubicBezTo>
                      <a:pt x="472" y="131146"/>
                      <a:pt x="12633" y="106725"/>
                      <a:pt x="33109" y="90668"/>
                    </a:cubicBezTo>
                    <a:cubicBezTo>
                      <a:pt x="77795" y="58590"/>
                      <a:pt x="127586" y="34301"/>
                      <a:pt x="180375" y="18831"/>
                    </a:cubicBezTo>
                    <a:cubicBezTo>
                      <a:pt x="220827" y="7045"/>
                      <a:pt x="262672" y="712"/>
                      <a:pt x="304800" y="0"/>
                    </a:cubicBezTo>
                    <a:cubicBezTo>
                      <a:pt x="347016" y="104"/>
                      <a:pt x="388984" y="6456"/>
                      <a:pt x="429339" y="18850"/>
                    </a:cubicBezTo>
                    <a:cubicBezTo>
                      <a:pt x="482770" y="32617"/>
                      <a:pt x="532856" y="57067"/>
                      <a:pt x="576577" y="90726"/>
                    </a:cubicBezTo>
                    <a:cubicBezTo>
                      <a:pt x="597012" y="106781"/>
                      <a:pt x="609139" y="131178"/>
                      <a:pt x="609600" y="15716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pic>
        <p:nvPicPr>
          <p:cNvPr id="5" name="Kuva 4" descr="Merkki tekijänoikeus tasaisella täytöllä">
            <a:extLst>
              <a:ext uri="{FF2B5EF4-FFF2-40B4-BE49-F238E27FC236}">
                <a16:creationId xmlns:a16="http://schemas.microsoft.com/office/drawing/2014/main" id="{B29C19DE-750C-70FF-7D1C-38CD71C1A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8869" y="5921678"/>
            <a:ext cx="442933" cy="442933"/>
          </a:xfrm>
          <a:prstGeom prst="rect">
            <a:avLst/>
          </a:prstGeom>
        </p:spPr>
      </p:pic>
      <p:sp>
        <p:nvSpPr>
          <p:cNvPr id="2" name="Tekstiruutu 1">
            <a:extLst>
              <a:ext uri="{FF2B5EF4-FFF2-40B4-BE49-F238E27FC236}">
                <a16:creationId xmlns:a16="http://schemas.microsoft.com/office/drawing/2014/main" id="{8055AF87-7C66-1613-8D88-0E625653B585}"/>
              </a:ext>
            </a:extLst>
          </p:cNvPr>
          <p:cNvSpPr txBox="1"/>
          <p:nvPr/>
        </p:nvSpPr>
        <p:spPr>
          <a:xfrm>
            <a:off x="7112175" y="753407"/>
            <a:ext cx="3439917" cy="1031051"/>
          </a:xfrm>
          <a:prstGeom prst="rect">
            <a:avLst/>
          </a:prstGeom>
          <a:noFill/>
          <a:ln>
            <a:solidFill>
              <a:srgbClr val="E44398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fi-FI" sz="1100" b="1">
                <a:latin typeface="Arial" panose="020B0604020202020204" pitchFamily="34" charset="0"/>
                <a:cs typeface="Arial" panose="020B0604020202020204" pitchFamily="34" charset="0"/>
              </a:rPr>
              <a:t>Yhteiset suunnittelupäivät (AMO opettajat)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1. Toimintatavat ma 2.3.. klo 15.00 – 16:00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2. Yhteissuunnittelu (6) pe 27.3. klo 12.00 – 15:00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+ viikkopalaverit ? klo 15.00-16.00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3. Yhteissuunnittelu (8) to 7.5. klo 13.00 – 16:00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4. Viimeistely (10) ma 1.6. </a:t>
            </a:r>
            <a:r>
              <a:rPr lang="fi-FI" sz="1000" err="1">
                <a:latin typeface="Arial" panose="020B0604020202020204" pitchFamily="34" charset="0"/>
                <a:cs typeface="Arial" panose="020B0604020202020204" pitchFamily="34" charset="0"/>
              </a:rPr>
              <a:t>Hämeenkyläpäivän</a:t>
            </a:r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 yhteydessä</a:t>
            </a:r>
          </a:p>
        </p:txBody>
      </p:sp>
      <p:grpSp>
        <p:nvGrpSpPr>
          <p:cNvPr id="3" name="Ryhmä 2">
            <a:extLst>
              <a:ext uri="{FF2B5EF4-FFF2-40B4-BE49-F238E27FC236}">
                <a16:creationId xmlns:a16="http://schemas.microsoft.com/office/drawing/2014/main" id="{A05805C4-2D85-891B-0BAC-2AA20DA31876}"/>
              </a:ext>
            </a:extLst>
          </p:cNvPr>
          <p:cNvGrpSpPr/>
          <p:nvPr/>
        </p:nvGrpSpPr>
        <p:grpSpPr>
          <a:xfrm>
            <a:off x="6682049" y="771547"/>
            <a:ext cx="504000" cy="504000"/>
            <a:chOff x="8303601" y="688797"/>
            <a:chExt cx="1027743" cy="1014702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" name="Ellipsi 3">
              <a:extLst>
                <a:ext uri="{FF2B5EF4-FFF2-40B4-BE49-F238E27FC236}">
                  <a16:creationId xmlns:a16="http://schemas.microsoft.com/office/drawing/2014/main" id="{ABADB460-3E52-9DC4-A92A-E27BBD015C14}"/>
                </a:ext>
              </a:extLst>
            </p:cNvPr>
            <p:cNvSpPr/>
            <p:nvPr/>
          </p:nvSpPr>
          <p:spPr>
            <a:xfrm>
              <a:off x="8303601" y="688797"/>
              <a:ext cx="1027743" cy="101470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16" name="Kuva 4" descr="Käyttäjät tasaisella täytöllä">
              <a:extLst>
                <a:ext uri="{FF2B5EF4-FFF2-40B4-BE49-F238E27FC236}">
                  <a16:creationId xmlns:a16="http://schemas.microsoft.com/office/drawing/2014/main" id="{14FFF5BE-BFC1-A15C-00DC-070151DE1E1D}"/>
                </a:ext>
              </a:extLst>
            </p:cNvPr>
            <p:cNvGrpSpPr/>
            <p:nvPr/>
          </p:nvGrpSpPr>
          <p:grpSpPr>
            <a:xfrm>
              <a:off x="8417423" y="954651"/>
              <a:ext cx="800099" cy="499109"/>
              <a:chOff x="8344498" y="753648"/>
              <a:chExt cx="800099" cy="499109"/>
            </a:xfrm>
            <a:grpFill/>
          </p:grpSpPr>
          <p:sp>
            <p:nvSpPr>
              <p:cNvPr id="27" name="Vapaamuotoinen: Muoto 26">
                <a:extLst>
                  <a:ext uri="{FF2B5EF4-FFF2-40B4-BE49-F238E27FC236}">
                    <a16:creationId xmlns:a16="http://schemas.microsoft.com/office/drawing/2014/main" id="{A3187918-FE31-C9F4-546F-808D1A982789}"/>
                  </a:ext>
                </a:extLst>
              </p:cNvPr>
              <p:cNvSpPr/>
              <p:nvPr/>
            </p:nvSpPr>
            <p:spPr>
              <a:xfrm>
                <a:off x="84302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8" name="Vapaamuotoinen: Muoto 27">
                <a:extLst>
                  <a:ext uri="{FF2B5EF4-FFF2-40B4-BE49-F238E27FC236}">
                    <a16:creationId xmlns:a16="http://schemas.microsoft.com/office/drawing/2014/main" id="{99AD91E2-A2D3-C5AE-2DDB-CC27749576E5}"/>
                  </a:ext>
                </a:extLst>
              </p:cNvPr>
              <p:cNvSpPr/>
              <p:nvPr/>
            </p:nvSpPr>
            <p:spPr>
              <a:xfrm>
                <a:off x="8887423" y="753648"/>
                <a:ext cx="171450" cy="171449"/>
              </a:xfrm>
              <a:custGeom>
                <a:avLst/>
                <a:gdLst>
                  <a:gd name="connsiteX0" fmla="*/ 171450 w 171450"/>
                  <a:gd name="connsiteY0" fmla="*/ 85725 h 171449"/>
                  <a:gd name="connsiteX1" fmla="*/ 85725 w 171450"/>
                  <a:gd name="connsiteY1" fmla="*/ 171450 h 171449"/>
                  <a:gd name="connsiteX2" fmla="*/ 0 w 171450"/>
                  <a:gd name="connsiteY2" fmla="*/ 85725 h 171449"/>
                  <a:gd name="connsiteX3" fmla="*/ 85725 w 171450"/>
                  <a:gd name="connsiteY3" fmla="*/ 0 h 171449"/>
                  <a:gd name="connsiteX4" fmla="*/ 171450 w 171450"/>
                  <a:gd name="connsiteY4" fmla="*/ 85725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49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29" name="Vapaamuotoinen: Muoto 28">
                <a:extLst>
                  <a:ext uri="{FF2B5EF4-FFF2-40B4-BE49-F238E27FC236}">
                    <a16:creationId xmlns:a16="http://schemas.microsoft.com/office/drawing/2014/main" id="{E7B84149-7F80-7B8E-54F4-9A53083B1A5B}"/>
                  </a:ext>
                </a:extLst>
              </p:cNvPr>
              <p:cNvSpPr/>
              <p:nvPr/>
            </p:nvSpPr>
            <p:spPr>
              <a:xfrm>
                <a:off x="8573098" y="1081308"/>
                <a:ext cx="342900" cy="171449"/>
              </a:xfrm>
              <a:custGeom>
                <a:avLst/>
                <a:gdLst>
                  <a:gd name="connsiteX0" fmla="*/ 342900 w 342900"/>
                  <a:gd name="connsiteY0" fmla="*/ 171450 h 171449"/>
                  <a:gd name="connsiteX1" fmla="*/ 342900 w 342900"/>
                  <a:gd name="connsiteY1" fmla="*/ 85725 h 171449"/>
                  <a:gd name="connsiteX2" fmla="*/ 325755 w 342900"/>
                  <a:gd name="connsiteY2" fmla="*/ 51435 h 171449"/>
                  <a:gd name="connsiteX3" fmla="*/ 241935 w 342900"/>
                  <a:gd name="connsiteY3" fmla="*/ 11430 h 171449"/>
                  <a:gd name="connsiteX4" fmla="*/ 171450 w 342900"/>
                  <a:gd name="connsiteY4" fmla="*/ 0 h 171449"/>
                  <a:gd name="connsiteX5" fmla="*/ 100965 w 342900"/>
                  <a:gd name="connsiteY5" fmla="*/ 11430 h 171449"/>
                  <a:gd name="connsiteX6" fmla="*/ 17145 w 342900"/>
                  <a:gd name="connsiteY6" fmla="*/ 51435 h 171449"/>
                  <a:gd name="connsiteX7" fmla="*/ 0 w 342900"/>
                  <a:gd name="connsiteY7" fmla="*/ 85725 h 171449"/>
                  <a:gd name="connsiteX8" fmla="*/ 0 w 342900"/>
                  <a:gd name="connsiteY8" fmla="*/ 171450 h 171449"/>
                  <a:gd name="connsiteX9" fmla="*/ 342900 w 342900"/>
                  <a:gd name="connsiteY9" fmla="*/ 171450 h 171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2900" h="171449">
                    <a:moveTo>
                      <a:pt x="342900" y="171450"/>
                    </a:moveTo>
                    <a:lnTo>
                      <a:pt x="342900" y="85725"/>
                    </a:lnTo>
                    <a:cubicBezTo>
                      <a:pt x="342900" y="72390"/>
                      <a:pt x="337185" y="59055"/>
                      <a:pt x="325755" y="51435"/>
                    </a:cubicBezTo>
                    <a:cubicBezTo>
                      <a:pt x="302895" y="32385"/>
                      <a:pt x="272415" y="19050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19050"/>
                      <a:pt x="41910" y="34290"/>
                      <a:pt x="17145" y="51435"/>
                    </a:cubicBezTo>
                    <a:cubicBezTo>
                      <a:pt x="5715" y="60960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34290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30" name="Vapaamuotoinen: Muoto 29">
                <a:extLst>
                  <a:ext uri="{FF2B5EF4-FFF2-40B4-BE49-F238E27FC236}">
                    <a16:creationId xmlns:a16="http://schemas.microsoft.com/office/drawing/2014/main" id="{58EDB48A-D236-D89A-774A-DF678DBC3844}"/>
                  </a:ext>
                </a:extLst>
              </p:cNvPr>
              <p:cNvSpPr/>
              <p:nvPr/>
            </p:nvSpPr>
            <p:spPr>
              <a:xfrm>
                <a:off x="8658823" y="886998"/>
                <a:ext cx="171450" cy="171450"/>
              </a:xfrm>
              <a:custGeom>
                <a:avLst/>
                <a:gdLst>
                  <a:gd name="connsiteX0" fmla="*/ 171450 w 171450"/>
                  <a:gd name="connsiteY0" fmla="*/ 85725 h 171450"/>
                  <a:gd name="connsiteX1" fmla="*/ 85725 w 171450"/>
                  <a:gd name="connsiteY1" fmla="*/ 171450 h 171450"/>
                  <a:gd name="connsiteX2" fmla="*/ 0 w 171450"/>
                  <a:gd name="connsiteY2" fmla="*/ 85725 h 171450"/>
                  <a:gd name="connsiteX3" fmla="*/ 85725 w 171450"/>
                  <a:gd name="connsiteY3" fmla="*/ 0 h 171450"/>
                  <a:gd name="connsiteX4" fmla="*/ 171450 w 171450"/>
                  <a:gd name="connsiteY4" fmla="*/ 857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31" name="Vapaamuotoinen: Muoto 30">
                <a:extLst>
                  <a:ext uri="{FF2B5EF4-FFF2-40B4-BE49-F238E27FC236}">
                    <a16:creationId xmlns:a16="http://schemas.microsoft.com/office/drawing/2014/main" id="{A80E1DF7-1751-50F6-07F3-175ADAA0F197}"/>
                  </a:ext>
                </a:extLst>
              </p:cNvPr>
              <p:cNvSpPr/>
              <p:nvPr/>
            </p:nvSpPr>
            <p:spPr>
              <a:xfrm>
                <a:off x="8834083" y="947958"/>
                <a:ext cx="310514" cy="171450"/>
              </a:xfrm>
              <a:custGeom>
                <a:avLst/>
                <a:gdLst>
                  <a:gd name="connsiteX0" fmla="*/ 293370 w 310514"/>
                  <a:gd name="connsiteY0" fmla="*/ 51435 h 171450"/>
                  <a:gd name="connsiteX1" fmla="*/ 209550 w 310514"/>
                  <a:gd name="connsiteY1" fmla="*/ 11430 h 171450"/>
                  <a:gd name="connsiteX2" fmla="*/ 139065 w 310514"/>
                  <a:gd name="connsiteY2" fmla="*/ 0 h 171450"/>
                  <a:gd name="connsiteX3" fmla="*/ 68580 w 310514"/>
                  <a:gd name="connsiteY3" fmla="*/ 11430 h 171450"/>
                  <a:gd name="connsiteX4" fmla="*/ 34290 w 310514"/>
                  <a:gd name="connsiteY4" fmla="*/ 24765 h 171450"/>
                  <a:gd name="connsiteX5" fmla="*/ 34290 w 310514"/>
                  <a:gd name="connsiteY5" fmla="*/ 26670 h 171450"/>
                  <a:gd name="connsiteX6" fmla="*/ 0 w 310514"/>
                  <a:gd name="connsiteY6" fmla="*/ 110490 h 171450"/>
                  <a:gd name="connsiteX7" fmla="*/ 87630 w 310514"/>
                  <a:gd name="connsiteY7" fmla="*/ 154305 h 171450"/>
                  <a:gd name="connsiteX8" fmla="*/ 102870 w 310514"/>
                  <a:gd name="connsiteY8" fmla="*/ 171450 h 171450"/>
                  <a:gd name="connsiteX9" fmla="*/ 310515 w 310514"/>
                  <a:gd name="connsiteY9" fmla="*/ 171450 h 171450"/>
                  <a:gd name="connsiteX10" fmla="*/ 310515 w 310514"/>
                  <a:gd name="connsiteY10" fmla="*/ 85725 h 171450"/>
                  <a:gd name="connsiteX11" fmla="*/ 293370 w 310514"/>
                  <a:gd name="connsiteY11" fmla="*/ 5143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0514" h="171450">
                    <a:moveTo>
                      <a:pt x="293370" y="51435"/>
                    </a:moveTo>
                    <a:cubicBezTo>
                      <a:pt x="270510" y="32385"/>
                      <a:pt x="240030" y="19050"/>
                      <a:pt x="209550" y="11430"/>
                    </a:cubicBezTo>
                    <a:cubicBezTo>
                      <a:pt x="188595" y="5715"/>
                      <a:pt x="163830" y="0"/>
                      <a:pt x="139065" y="0"/>
                    </a:cubicBezTo>
                    <a:cubicBezTo>
                      <a:pt x="116205" y="0"/>
                      <a:pt x="91440" y="3810"/>
                      <a:pt x="68580" y="11430"/>
                    </a:cubicBezTo>
                    <a:cubicBezTo>
                      <a:pt x="57150" y="15240"/>
                      <a:pt x="45720" y="19050"/>
                      <a:pt x="34290" y="24765"/>
                    </a:cubicBezTo>
                    <a:lnTo>
                      <a:pt x="34290" y="26670"/>
                    </a:lnTo>
                    <a:cubicBezTo>
                      <a:pt x="34290" y="59055"/>
                      <a:pt x="20955" y="89535"/>
                      <a:pt x="0" y="110490"/>
                    </a:cubicBezTo>
                    <a:cubicBezTo>
                      <a:pt x="36195" y="121920"/>
                      <a:pt x="64770" y="137160"/>
                      <a:pt x="87630" y="154305"/>
                    </a:cubicBezTo>
                    <a:cubicBezTo>
                      <a:pt x="93345" y="160020"/>
                      <a:pt x="99060" y="163830"/>
                      <a:pt x="102870" y="171450"/>
                    </a:cubicBezTo>
                    <a:lnTo>
                      <a:pt x="310515" y="171450"/>
                    </a:lnTo>
                    <a:lnTo>
                      <a:pt x="310515" y="85725"/>
                    </a:lnTo>
                    <a:cubicBezTo>
                      <a:pt x="310515" y="72390"/>
                      <a:pt x="304800" y="59055"/>
                      <a:pt x="293370" y="5143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32" name="Vapaamuotoinen: Muoto 31">
                <a:extLst>
                  <a:ext uri="{FF2B5EF4-FFF2-40B4-BE49-F238E27FC236}">
                    <a16:creationId xmlns:a16="http://schemas.microsoft.com/office/drawing/2014/main" id="{C91A7ACE-8E21-5D26-D181-C3674741027D}"/>
                  </a:ext>
                </a:extLst>
              </p:cNvPr>
              <p:cNvSpPr/>
              <p:nvPr/>
            </p:nvSpPr>
            <p:spPr>
              <a:xfrm>
                <a:off x="8344498" y="947958"/>
                <a:ext cx="310514" cy="171450"/>
              </a:xfrm>
              <a:custGeom>
                <a:avLst/>
                <a:gdLst>
                  <a:gd name="connsiteX0" fmla="*/ 222885 w 310514"/>
                  <a:gd name="connsiteY0" fmla="*/ 154305 h 171450"/>
                  <a:gd name="connsiteX1" fmla="*/ 222885 w 310514"/>
                  <a:gd name="connsiteY1" fmla="*/ 154305 h 171450"/>
                  <a:gd name="connsiteX2" fmla="*/ 310515 w 310514"/>
                  <a:gd name="connsiteY2" fmla="*/ 110490 h 171450"/>
                  <a:gd name="connsiteX3" fmla="*/ 276225 w 310514"/>
                  <a:gd name="connsiteY3" fmla="*/ 26670 h 171450"/>
                  <a:gd name="connsiteX4" fmla="*/ 276225 w 310514"/>
                  <a:gd name="connsiteY4" fmla="*/ 22860 h 171450"/>
                  <a:gd name="connsiteX5" fmla="*/ 241935 w 310514"/>
                  <a:gd name="connsiteY5" fmla="*/ 11430 h 171450"/>
                  <a:gd name="connsiteX6" fmla="*/ 171450 w 310514"/>
                  <a:gd name="connsiteY6" fmla="*/ 0 h 171450"/>
                  <a:gd name="connsiteX7" fmla="*/ 100965 w 310514"/>
                  <a:gd name="connsiteY7" fmla="*/ 11430 h 171450"/>
                  <a:gd name="connsiteX8" fmla="*/ 17145 w 310514"/>
                  <a:gd name="connsiteY8" fmla="*/ 51435 h 171450"/>
                  <a:gd name="connsiteX9" fmla="*/ 0 w 310514"/>
                  <a:gd name="connsiteY9" fmla="*/ 85725 h 171450"/>
                  <a:gd name="connsiteX10" fmla="*/ 0 w 310514"/>
                  <a:gd name="connsiteY10" fmla="*/ 171450 h 171450"/>
                  <a:gd name="connsiteX11" fmla="*/ 205740 w 310514"/>
                  <a:gd name="connsiteY11" fmla="*/ 171450 h 171450"/>
                  <a:gd name="connsiteX12" fmla="*/ 222885 w 310514"/>
                  <a:gd name="connsiteY12" fmla="*/ 15430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0514" h="171450">
                    <a:moveTo>
                      <a:pt x="222885" y="154305"/>
                    </a:moveTo>
                    <a:lnTo>
                      <a:pt x="222885" y="154305"/>
                    </a:lnTo>
                    <a:cubicBezTo>
                      <a:pt x="249555" y="135255"/>
                      <a:pt x="280035" y="120015"/>
                      <a:pt x="310515" y="110490"/>
                    </a:cubicBezTo>
                    <a:cubicBezTo>
                      <a:pt x="289560" y="87630"/>
                      <a:pt x="276225" y="59055"/>
                      <a:pt x="276225" y="26670"/>
                    </a:cubicBezTo>
                    <a:cubicBezTo>
                      <a:pt x="276225" y="24765"/>
                      <a:pt x="276225" y="24765"/>
                      <a:pt x="276225" y="22860"/>
                    </a:cubicBezTo>
                    <a:cubicBezTo>
                      <a:pt x="264795" y="19050"/>
                      <a:pt x="253365" y="13335"/>
                      <a:pt x="241935" y="11430"/>
                    </a:cubicBezTo>
                    <a:cubicBezTo>
                      <a:pt x="220980" y="5715"/>
                      <a:pt x="196215" y="0"/>
                      <a:pt x="171450" y="0"/>
                    </a:cubicBezTo>
                    <a:cubicBezTo>
                      <a:pt x="148590" y="0"/>
                      <a:pt x="123825" y="3810"/>
                      <a:pt x="100965" y="11430"/>
                    </a:cubicBezTo>
                    <a:cubicBezTo>
                      <a:pt x="70485" y="20955"/>
                      <a:pt x="41910" y="34290"/>
                      <a:pt x="17145" y="51435"/>
                    </a:cubicBezTo>
                    <a:cubicBezTo>
                      <a:pt x="5715" y="59055"/>
                      <a:pt x="0" y="72390"/>
                      <a:pt x="0" y="85725"/>
                    </a:cubicBezTo>
                    <a:lnTo>
                      <a:pt x="0" y="171450"/>
                    </a:lnTo>
                    <a:lnTo>
                      <a:pt x="205740" y="171450"/>
                    </a:lnTo>
                    <a:cubicBezTo>
                      <a:pt x="211455" y="163830"/>
                      <a:pt x="215265" y="160020"/>
                      <a:pt x="222885" y="154305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35" name="Ryhmä 34">
            <a:extLst>
              <a:ext uri="{FF2B5EF4-FFF2-40B4-BE49-F238E27FC236}">
                <a16:creationId xmlns:a16="http://schemas.microsoft.com/office/drawing/2014/main" id="{F4AEB027-39DB-BEFE-4575-86E23CDB71D1}"/>
              </a:ext>
            </a:extLst>
          </p:cNvPr>
          <p:cNvGrpSpPr/>
          <p:nvPr/>
        </p:nvGrpSpPr>
        <p:grpSpPr>
          <a:xfrm>
            <a:off x="5855455" y="5906847"/>
            <a:ext cx="504000" cy="504000"/>
            <a:chOff x="7790942" y="422440"/>
            <a:chExt cx="1345439" cy="1300560"/>
          </a:xfrm>
          <a:solidFill>
            <a:schemeClr val="accent4">
              <a:lumMod val="75000"/>
            </a:schemeClr>
          </a:solidFill>
        </p:grpSpPr>
        <p:sp>
          <p:nvSpPr>
            <p:cNvPr id="36" name="Ellipsi 35">
              <a:extLst>
                <a:ext uri="{FF2B5EF4-FFF2-40B4-BE49-F238E27FC236}">
                  <a16:creationId xmlns:a16="http://schemas.microsoft.com/office/drawing/2014/main" id="{34D82854-CAF9-8706-BCD2-4EEB6B9DE500}"/>
                </a:ext>
              </a:extLst>
            </p:cNvPr>
            <p:cNvSpPr/>
            <p:nvPr/>
          </p:nvSpPr>
          <p:spPr>
            <a:xfrm>
              <a:off x="7790942" y="422440"/>
              <a:ext cx="1345439" cy="130056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37" name="Kuva 79" descr="Käyttäjä ääriviiva">
              <a:extLst>
                <a:ext uri="{FF2B5EF4-FFF2-40B4-BE49-F238E27FC236}">
                  <a16:creationId xmlns:a16="http://schemas.microsoft.com/office/drawing/2014/main" id="{9F985CBD-E8D0-FB3A-F47E-7FADF87751FF}"/>
                </a:ext>
              </a:extLst>
            </p:cNvPr>
            <p:cNvGrpSpPr/>
            <p:nvPr/>
          </p:nvGrpSpPr>
          <p:grpSpPr>
            <a:xfrm>
              <a:off x="8167768" y="715439"/>
              <a:ext cx="609600" cy="647700"/>
              <a:chOff x="8889877" y="854330"/>
              <a:chExt cx="609600" cy="647700"/>
            </a:xfrm>
            <a:grpFill/>
          </p:grpSpPr>
          <p:sp>
            <p:nvSpPr>
              <p:cNvPr id="42" name="Vapaamuotoinen: Muoto 41">
                <a:extLst>
                  <a:ext uri="{FF2B5EF4-FFF2-40B4-BE49-F238E27FC236}">
                    <a16:creationId xmlns:a16="http://schemas.microsoft.com/office/drawing/2014/main" id="{7A169FA6-68E7-B1E0-6303-1A17ECA455FE}"/>
                  </a:ext>
                </a:extLst>
              </p:cNvPr>
              <p:cNvSpPr/>
              <p:nvPr/>
            </p:nvSpPr>
            <p:spPr>
              <a:xfrm>
                <a:off x="9042277" y="854330"/>
                <a:ext cx="304800" cy="304800"/>
              </a:xfrm>
              <a:custGeom>
                <a:avLst/>
                <a:gdLst>
                  <a:gd name="connsiteX0" fmla="*/ 152400 w 304800"/>
                  <a:gd name="connsiteY0" fmla="*/ 19050 h 304800"/>
                  <a:gd name="connsiteX1" fmla="*/ 285750 w 304800"/>
                  <a:gd name="connsiteY1" fmla="*/ 152400 h 304800"/>
                  <a:gd name="connsiteX2" fmla="*/ 152400 w 304800"/>
                  <a:gd name="connsiteY2" fmla="*/ 285750 h 304800"/>
                  <a:gd name="connsiteX3" fmla="*/ 19050 w 304800"/>
                  <a:gd name="connsiteY3" fmla="*/ 152400 h 304800"/>
                  <a:gd name="connsiteX4" fmla="*/ 152400 w 304800"/>
                  <a:gd name="connsiteY4" fmla="*/ 19050 h 304800"/>
                  <a:gd name="connsiteX5" fmla="*/ 152400 w 304800"/>
                  <a:gd name="connsiteY5" fmla="*/ 0 h 304800"/>
                  <a:gd name="connsiteX6" fmla="*/ 0 w 304800"/>
                  <a:gd name="connsiteY6" fmla="*/ 152400 h 304800"/>
                  <a:gd name="connsiteX7" fmla="*/ 152400 w 304800"/>
                  <a:gd name="connsiteY7" fmla="*/ 304800 h 304800"/>
                  <a:gd name="connsiteX8" fmla="*/ 304800 w 304800"/>
                  <a:gd name="connsiteY8" fmla="*/ 152400 h 304800"/>
                  <a:gd name="connsiteX9" fmla="*/ 152400 w 304800"/>
                  <a:gd name="connsiteY9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4800" h="304800">
                    <a:moveTo>
                      <a:pt x="152400" y="19050"/>
                    </a:moveTo>
                    <a:cubicBezTo>
                      <a:pt x="226047" y="19050"/>
                      <a:pt x="285750" y="78753"/>
                      <a:pt x="285750" y="152400"/>
                    </a:cubicBezTo>
                    <a:cubicBezTo>
                      <a:pt x="285750" y="226047"/>
                      <a:pt x="226047" y="285750"/>
                      <a:pt x="152400" y="285750"/>
                    </a:cubicBezTo>
                    <a:cubicBezTo>
                      <a:pt x="78753" y="285750"/>
                      <a:pt x="19050" y="226047"/>
                      <a:pt x="19050" y="152400"/>
                    </a:cubicBezTo>
                    <a:cubicBezTo>
                      <a:pt x="19123" y="78783"/>
                      <a:pt x="78783" y="19123"/>
                      <a:pt x="152400" y="19050"/>
                    </a:cubicBezTo>
                    <a:moveTo>
                      <a:pt x="152400" y="0"/>
                    </a:moveTo>
                    <a:cubicBezTo>
                      <a:pt x="68231" y="0"/>
                      <a:pt x="0" y="68231"/>
                      <a:pt x="0" y="152400"/>
                    </a:cubicBezTo>
                    <a:cubicBezTo>
                      <a:pt x="0" y="236569"/>
                      <a:pt x="68231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1"/>
                      <a:pt x="236569" y="0"/>
                      <a:pt x="15240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43" name="Vapaamuotoinen: Muoto 42">
                <a:extLst>
                  <a:ext uri="{FF2B5EF4-FFF2-40B4-BE49-F238E27FC236}">
                    <a16:creationId xmlns:a16="http://schemas.microsoft.com/office/drawing/2014/main" id="{BFEC881F-BA7A-DB54-5FFC-AD4A8248F17F}"/>
                  </a:ext>
                </a:extLst>
              </p:cNvPr>
              <p:cNvSpPr/>
              <p:nvPr/>
            </p:nvSpPr>
            <p:spPr>
              <a:xfrm>
                <a:off x="8889877" y="1197230"/>
                <a:ext cx="609600" cy="304800"/>
              </a:xfrm>
              <a:custGeom>
                <a:avLst/>
                <a:gdLst>
                  <a:gd name="connsiteX0" fmla="*/ 609600 w 609600"/>
                  <a:gd name="connsiteY0" fmla="*/ 304800 h 304800"/>
                  <a:gd name="connsiteX1" fmla="*/ 590550 w 609600"/>
                  <a:gd name="connsiteY1" fmla="*/ 304800 h 304800"/>
                  <a:gd name="connsiteX2" fmla="*/ 590550 w 609600"/>
                  <a:gd name="connsiteY2" fmla="*/ 157163 h 304800"/>
                  <a:gd name="connsiteX3" fmla="*/ 564594 w 609600"/>
                  <a:gd name="connsiteY3" fmla="*/ 105547 h 304800"/>
                  <a:gd name="connsiteX4" fmla="*/ 423986 w 609600"/>
                  <a:gd name="connsiteY4" fmla="*/ 37148 h 304800"/>
                  <a:gd name="connsiteX5" fmla="*/ 304800 w 609600"/>
                  <a:gd name="connsiteY5" fmla="*/ 19050 h 304800"/>
                  <a:gd name="connsiteX6" fmla="*/ 185509 w 609600"/>
                  <a:gd name="connsiteY6" fmla="*/ 37148 h 304800"/>
                  <a:gd name="connsiteX7" fmla="*/ 44653 w 609600"/>
                  <a:gd name="connsiteY7" fmla="*/ 105727 h 304800"/>
                  <a:gd name="connsiteX8" fmla="*/ 19050 w 609600"/>
                  <a:gd name="connsiteY8" fmla="*/ 157163 h 304800"/>
                  <a:gd name="connsiteX9" fmla="*/ 19050 w 609600"/>
                  <a:gd name="connsiteY9" fmla="*/ 304800 h 304800"/>
                  <a:gd name="connsiteX10" fmla="*/ 0 w 609600"/>
                  <a:gd name="connsiteY10" fmla="*/ 304800 h 304800"/>
                  <a:gd name="connsiteX11" fmla="*/ 0 w 609600"/>
                  <a:gd name="connsiteY11" fmla="*/ 157163 h 304800"/>
                  <a:gd name="connsiteX12" fmla="*/ 33109 w 609600"/>
                  <a:gd name="connsiteY12" fmla="*/ 90668 h 304800"/>
                  <a:gd name="connsiteX13" fmla="*/ 180375 w 609600"/>
                  <a:gd name="connsiteY13" fmla="*/ 18831 h 304800"/>
                  <a:gd name="connsiteX14" fmla="*/ 304800 w 609600"/>
                  <a:gd name="connsiteY14" fmla="*/ 0 h 304800"/>
                  <a:gd name="connsiteX15" fmla="*/ 429339 w 609600"/>
                  <a:gd name="connsiteY15" fmla="*/ 18850 h 304800"/>
                  <a:gd name="connsiteX16" fmla="*/ 576577 w 609600"/>
                  <a:gd name="connsiteY16" fmla="*/ 90726 h 304800"/>
                  <a:gd name="connsiteX17" fmla="*/ 609600 w 609600"/>
                  <a:gd name="connsiteY17" fmla="*/ 157163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590550" y="304800"/>
                    </a:lnTo>
                    <a:lnTo>
                      <a:pt x="590550" y="157163"/>
                    </a:lnTo>
                    <a:cubicBezTo>
                      <a:pt x="590097" y="136930"/>
                      <a:pt x="580565" y="117976"/>
                      <a:pt x="564594" y="105547"/>
                    </a:cubicBezTo>
                    <a:cubicBezTo>
                      <a:pt x="522821" y="73493"/>
                      <a:pt x="474991" y="50226"/>
                      <a:pt x="423986" y="37148"/>
                    </a:cubicBezTo>
                    <a:cubicBezTo>
                      <a:pt x="385369" y="25264"/>
                      <a:pt x="345204" y="19165"/>
                      <a:pt x="304800" y="19050"/>
                    </a:cubicBezTo>
                    <a:cubicBezTo>
                      <a:pt x="264408" y="19751"/>
                      <a:pt x="224291" y="25838"/>
                      <a:pt x="185509" y="37148"/>
                    </a:cubicBezTo>
                    <a:cubicBezTo>
                      <a:pt x="135037" y="51930"/>
                      <a:pt x="87419" y="75115"/>
                      <a:pt x="44653" y="105727"/>
                    </a:cubicBezTo>
                    <a:cubicBezTo>
                      <a:pt x="28844" y="118171"/>
                      <a:pt x="19447" y="137048"/>
                      <a:pt x="19050" y="157163"/>
                    </a:cubicBezTo>
                    <a:lnTo>
                      <a:pt x="19050" y="304800"/>
                    </a:lnTo>
                    <a:lnTo>
                      <a:pt x="0" y="304800"/>
                    </a:lnTo>
                    <a:lnTo>
                      <a:pt x="0" y="157163"/>
                    </a:lnTo>
                    <a:cubicBezTo>
                      <a:pt x="472" y="131146"/>
                      <a:pt x="12633" y="106725"/>
                      <a:pt x="33109" y="90668"/>
                    </a:cubicBezTo>
                    <a:cubicBezTo>
                      <a:pt x="77795" y="58590"/>
                      <a:pt x="127586" y="34301"/>
                      <a:pt x="180375" y="18831"/>
                    </a:cubicBezTo>
                    <a:cubicBezTo>
                      <a:pt x="220827" y="7045"/>
                      <a:pt x="262672" y="712"/>
                      <a:pt x="304800" y="0"/>
                    </a:cubicBezTo>
                    <a:cubicBezTo>
                      <a:pt x="347016" y="104"/>
                      <a:pt x="388984" y="6456"/>
                      <a:pt x="429339" y="18850"/>
                    </a:cubicBezTo>
                    <a:cubicBezTo>
                      <a:pt x="482770" y="32617"/>
                      <a:pt x="532856" y="57067"/>
                      <a:pt x="576577" y="90726"/>
                    </a:cubicBezTo>
                    <a:cubicBezTo>
                      <a:pt x="597012" y="106781"/>
                      <a:pt x="609139" y="131178"/>
                      <a:pt x="609600" y="15716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49" name="Ryhmä 48">
            <a:extLst>
              <a:ext uri="{FF2B5EF4-FFF2-40B4-BE49-F238E27FC236}">
                <a16:creationId xmlns:a16="http://schemas.microsoft.com/office/drawing/2014/main" id="{ED4DA8B0-4547-4788-2784-83E7CE8A203D}"/>
              </a:ext>
            </a:extLst>
          </p:cNvPr>
          <p:cNvGrpSpPr/>
          <p:nvPr/>
        </p:nvGrpSpPr>
        <p:grpSpPr>
          <a:xfrm>
            <a:off x="6222369" y="5906847"/>
            <a:ext cx="504000" cy="504000"/>
            <a:chOff x="7790942" y="422440"/>
            <a:chExt cx="1345439" cy="1300560"/>
          </a:xfrm>
          <a:solidFill>
            <a:schemeClr val="accent4">
              <a:lumMod val="75000"/>
            </a:schemeClr>
          </a:solidFill>
        </p:grpSpPr>
        <p:sp>
          <p:nvSpPr>
            <p:cNvPr id="50" name="Ellipsi 49">
              <a:extLst>
                <a:ext uri="{FF2B5EF4-FFF2-40B4-BE49-F238E27FC236}">
                  <a16:creationId xmlns:a16="http://schemas.microsoft.com/office/drawing/2014/main" id="{BABB206E-4C9F-86D6-C89B-B9173F417078}"/>
                </a:ext>
              </a:extLst>
            </p:cNvPr>
            <p:cNvSpPr/>
            <p:nvPr/>
          </p:nvSpPr>
          <p:spPr>
            <a:xfrm>
              <a:off x="7790942" y="422440"/>
              <a:ext cx="1345439" cy="130056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51" name="Kuva 79" descr="Käyttäjä ääriviiva">
              <a:extLst>
                <a:ext uri="{FF2B5EF4-FFF2-40B4-BE49-F238E27FC236}">
                  <a16:creationId xmlns:a16="http://schemas.microsoft.com/office/drawing/2014/main" id="{73348124-33CB-8DEE-31D2-BFB796EAA28C}"/>
                </a:ext>
              </a:extLst>
            </p:cNvPr>
            <p:cNvGrpSpPr/>
            <p:nvPr/>
          </p:nvGrpSpPr>
          <p:grpSpPr>
            <a:xfrm>
              <a:off x="8167768" y="715439"/>
              <a:ext cx="609600" cy="647700"/>
              <a:chOff x="8889877" y="854330"/>
              <a:chExt cx="609600" cy="647700"/>
            </a:xfrm>
            <a:grpFill/>
          </p:grpSpPr>
          <p:sp>
            <p:nvSpPr>
              <p:cNvPr id="56" name="Vapaamuotoinen: Muoto 55">
                <a:extLst>
                  <a:ext uri="{FF2B5EF4-FFF2-40B4-BE49-F238E27FC236}">
                    <a16:creationId xmlns:a16="http://schemas.microsoft.com/office/drawing/2014/main" id="{E73EA6DB-A37C-AC9E-BEFB-F25853C35A96}"/>
                  </a:ext>
                </a:extLst>
              </p:cNvPr>
              <p:cNvSpPr/>
              <p:nvPr/>
            </p:nvSpPr>
            <p:spPr>
              <a:xfrm>
                <a:off x="9042277" y="854330"/>
                <a:ext cx="304800" cy="304800"/>
              </a:xfrm>
              <a:custGeom>
                <a:avLst/>
                <a:gdLst>
                  <a:gd name="connsiteX0" fmla="*/ 152400 w 304800"/>
                  <a:gd name="connsiteY0" fmla="*/ 19050 h 304800"/>
                  <a:gd name="connsiteX1" fmla="*/ 285750 w 304800"/>
                  <a:gd name="connsiteY1" fmla="*/ 152400 h 304800"/>
                  <a:gd name="connsiteX2" fmla="*/ 152400 w 304800"/>
                  <a:gd name="connsiteY2" fmla="*/ 285750 h 304800"/>
                  <a:gd name="connsiteX3" fmla="*/ 19050 w 304800"/>
                  <a:gd name="connsiteY3" fmla="*/ 152400 h 304800"/>
                  <a:gd name="connsiteX4" fmla="*/ 152400 w 304800"/>
                  <a:gd name="connsiteY4" fmla="*/ 19050 h 304800"/>
                  <a:gd name="connsiteX5" fmla="*/ 152400 w 304800"/>
                  <a:gd name="connsiteY5" fmla="*/ 0 h 304800"/>
                  <a:gd name="connsiteX6" fmla="*/ 0 w 304800"/>
                  <a:gd name="connsiteY6" fmla="*/ 152400 h 304800"/>
                  <a:gd name="connsiteX7" fmla="*/ 152400 w 304800"/>
                  <a:gd name="connsiteY7" fmla="*/ 304800 h 304800"/>
                  <a:gd name="connsiteX8" fmla="*/ 304800 w 304800"/>
                  <a:gd name="connsiteY8" fmla="*/ 152400 h 304800"/>
                  <a:gd name="connsiteX9" fmla="*/ 152400 w 304800"/>
                  <a:gd name="connsiteY9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4800" h="304800">
                    <a:moveTo>
                      <a:pt x="152400" y="19050"/>
                    </a:moveTo>
                    <a:cubicBezTo>
                      <a:pt x="226047" y="19050"/>
                      <a:pt x="285750" y="78753"/>
                      <a:pt x="285750" y="152400"/>
                    </a:cubicBezTo>
                    <a:cubicBezTo>
                      <a:pt x="285750" y="226047"/>
                      <a:pt x="226047" y="285750"/>
                      <a:pt x="152400" y="285750"/>
                    </a:cubicBezTo>
                    <a:cubicBezTo>
                      <a:pt x="78753" y="285750"/>
                      <a:pt x="19050" y="226047"/>
                      <a:pt x="19050" y="152400"/>
                    </a:cubicBezTo>
                    <a:cubicBezTo>
                      <a:pt x="19123" y="78783"/>
                      <a:pt x="78783" y="19123"/>
                      <a:pt x="152400" y="19050"/>
                    </a:cubicBezTo>
                    <a:moveTo>
                      <a:pt x="152400" y="0"/>
                    </a:moveTo>
                    <a:cubicBezTo>
                      <a:pt x="68231" y="0"/>
                      <a:pt x="0" y="68231"/>
                      <a:pt x="0" y="152400"/>
                    </a:cubicBezTo>
                    <a:cubicBezTo>
                      <a:pt x="0" y="236569"/>
                      <a:pt x="68231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1"/>
                      <a:pt x="236569" y="0"/>
                      <a:pt x="15240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57" name="Vapaamuotoinen: Muoto 56">
                <a:extLst>
                  <a:ext uri="{FF2B5EF4-FFF2-40B4-BE49-F238E27FC236}">
                    <a16:creationId xmlns:a16="http://schemas.microsoft.com/office/drawing/2014/main" id="{945BE85F-584E-AB93-816B-509041332FCE}"/>
                  </a:ext>
                </a:extLst>
              </p:cNvPr>
              <p:cNvSpPr/>
              <p:nvPr/>
            </p:nvSpPr>
            <p:spPr>
              <a:xfrm>
                <a:off x="8889877" y="1197230"/>
                <a:ext cx="609600" cy="304800"/>
              </a:xfrm>
              <a:custGeom>
                <a:avLst/>
                <a:gdLst>
                  <a:gd name="connsiteX0" fmla="*/ 609600 w 609600"/>
                  <a:gd name="connsiteY0" fmla="*/ 304800 h 304800"/>
                  <a:gd name="connsiteX1" fmla="*/ 590550 w 609600"/>
                  <a:gd name="connsiteY1" fmla="*/ 304800 h 304800"/>
                  <a:gd name="connsiteX2" fmla="*/ 590550 w 609600"/>
                  <a:gd name="connsiteY2" fmla="*/ 157163 h 304800"/>
                  <a:gd name="connsiteX3" fmla="*/ 564594 w 609600"/>
                  <a:gd name="connsiteY3" fmla="*/ 105547 h 304800"/>
                  <a:gd name="connsiteX4" fmla="*/ 423986 w 609600"/>
                  <a:gd name="connsiteY4" fmla="*/ 37148 h 304800"/>
                  <a:gd name="connsiteX5" fmla="*/ 304800 w 609600"/>
                  <a:gd name="connsiteY5" fmla="*/ 19050 h 304800"/>
                  <a:gd name="connsiteX6" fmla="*/ 185509 w 609600"/>
                  <a:gd name="connsiteY6" fmla="*/ 37148 h 304800"/>
                  <a:gd name="connsiteX7" fmla="*/ 44653 w 609600"/>
                  <a:gd name="connsiteY7" fmla="*/ 105727 h 304800"/>
                  <a:gd name="connsiteX8" fmla="*/ 19050 w 609600"/>
                  <a:gd name="connsiteY8" fmla="*/ 157163 h 304800"/>
                  <a:gd name="connsiteX9" fmla="*/ 19050 w 609600"/>
                  <a:gd name="connsiteY9" fmla="*/ 304800 h 304800"/>
                  <a:gd name="connsiteX10" fmla="*/ 0 w 609600"/>
                  <a:gd name="connsiteY10" fmla="*/ 304800 h 304800"/>
                  <a:gd name="connsiteX11" fmla="*/ 0 w 609600"/>
                  <a:gd name="connsiteY11" fmla="*/ 157163 h 304800"/>
                  <a:gd name="connsiteX12" fmla="*/ 33109 w 609600"/>
                  <a:gd name="connsiteY12" fmla="*/ 90668 h 304800"/>
                  <a:gd name="connsiteX13" fmla="*/ 180375 w 609600"/>
                  <a:gd name="connsiteY13" fmla="*/ 18831 h 304800"/>
                  <a:gd name="connsiteX14" fmla="*/ 304800 w 609600"/>
                  <a:gd name="connsiteY14" fmla="*/ 0 h 304800"/>
                  <a:gd name="connsiteX15" fmla="*/ 429339 w 609600"/>
                  <a:gd name="connsiteY15" fmla="*/ 18850 h 304800"/>
                  <a:gd name="connsiteX16" fmla="*/ 576577 w 609600"/>
                  <a:gd name="connsiteY16" fmla="*/ 90726 h 304800"/>
                  <a:gd name="connsiteX17" fmla="*/ 609600 w 609600"/>
                  <a:gd name="connsiteY17" fmla="*/ 157163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590550" y="304800"/>
                    </a:lnTo>
                    <a:lnTo>
                      <a:pt x="590550" y="157163"/>
                    </a:lnTo>
                    <a:cubicBezTo>
                      <a:pt x="590097" y="136930"/>
                      <a:pt x="580565" y="117976"/>
                      <a:pt x="564594" y="105547"/>
                    </a:cubicBezTo>
                    <a:cubicBezTo>
                      <a:pt x="522821" y="73493"/>
                      <a:pt x="474991" y="50226"/>
                      <a:pt x="423986" y="37148"/>
                    </a:cubicBezTo>
                    <a:cubicBezTo>
                      <a:pt x="385369" y="25264"/>
                      <a:pt x="345204" y="19165"/>
                      <a:pt x="304800" y="19050"/>
                    </a:cubicBezTo>
                    <a:cubicBezTo>
                      <a:pt x="264408" y="19751"/>
                      <a:pt x="224291" y="25838"/>
                      <a:pt x="185509" y="37148"/>
                    </a:cubicBezTo>
                    <a:cubicBezTo>
                      <a:pt x="135037" y="51930"/>
                      <a:pt x="87419" y="75115"/>
                      <a:pt x="44653" y="105727"/>
                    </a:cubicBezTo>
                    <a:cubicBezTo>
                      <a:pt x="28844" y="118171"/>
                      <a:pt x="19447" y="137048"/>
                      <a:pt x="19050" y="157163"/>
                    </a:cubicBezTo>
                    <a:lnTo>
                      <a:pt x="19050" y="304800"/>
                    </a:lnTo>
                    <a:lnTo>
                      <a:pt x="0" y="304800"/>
                    </a:lnTo>
                    <a:lnTo>
                      <a:pt x="0" y="157163"/>
                    </a:lnTo>
                    <a:cubicBezTo>
                      <a:pt x="472" y="131146"/>
                      <a:pt x="12633" y="106725"/>
                      <a:pt x="33109" y="90668"/>
                    </a:cubicBezTo>
                    <a:cubicBezTo>
                      <a:pt x="77795" y="58590"/>
                      <a:pt x="127586" y="34301"/>
                      <a:pt x="180375" y="18831"/>
                    </a:cubicBezTo>
                    <a:cubicBezTo>
                      <a:pt x="220827" y="7045"/>
                      <a:pt x="262672" y="712"/>
                      <a:pt x="304800" y="0"/>
                    </a:cubicBezTo>
                    <a:cubicBezTo>
                      <a:pt x="347016" y="104"/>
                      <a:pt x="388984" y="6456"/>
                      <a:pt x="429339" y="18850"/>
                    </a:cubicBezTo>
                    <a:cubicBezTo>
                      <a:pt x="482770" y="32617"/>
                      <a:pt x="532856" y="57067"/>
                      <a:pt x="576577" y="90726"/>
                    </a:cubicBezTo>
                    <a:cubicBezTo>
                      <a:pt x="597012" y="106781"/>
                      <a:pt x="609139" y="131178"/>
                      <a:pt x="609600" y="15716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  <p:grpSp>
        <p:nvGrpSpPr>
          <p:cNvPr id="58" name="Ryhmä 57">
            <a:extLst>
              <a:ext uri="{FF2B5EF4-FFF2-40B4-BE49-F238E27FC236}">
                <a16:creationId xmlns:a16="http://schemas.microsoft.com/office/drawing/2014/main" id="{72DFCE5A-8CA2-6C46-E24A-3A160958A030}"/>
              </a:ext>
            </a:extLst>
          </p:cNvPr>
          <p:cNvGrpSpPr/>
          <p:nvPr/>
        </p:nvGrpSpPr>
        <p:grpSpPr>
          <a:xfrm>
            <a:off x="6589283" y="5906847"/>
            <a:ext cx="504000" cy="504000"/>
            <a:chOff x="7790942" y="422440"/>
            <a:chExt cx="1345439" cy="1300560"/>
          </a:xfrm>
          <a:solidFill>
            <a:schemeClr val="accent4">
              <a:lumMod val="75000"/>
            </a:schemeClr>
          </a:solidFill>
        </p:grpSpPr>
        <p:sp>
          <p:nvSpPr>
            <p:cNvPr id="66" name="Ellipsi 65">
              <a:extLst>
                <a:ext uri="{FF2B5EF4-FFF2-40B4-BE49-F238E27FC236}">
                  <a16:creationId xmlns:a16="http://schemas.microsoft.com/office/drawing/2014/main" id="{3E6462E8-4A75-E47E-4562-6B12721D41DA}"/>
                </a:ext>
              </a:extLst>
            </p:cNvPr>
            <p:cNvSpPr/>
            <p:nvPr/>
          </p:nvSpPr>
          <p:spPr>
            <a:xfrm>
              <a:off x="7790942" y="422440"/>
              <a:ext cx="1345439" cy="130056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grpSp>
          <p:nvGrpSpPr>
            <p:cNvPr id="67" name="Kuva 79" descr="Käyttäjä ääriviiva">
              <a:extLst>
                <a:ext uri="{FF2B5EF4-FFF2-40B4-BE49-F238E27FC236}">
                  <a16:creationId xmlns:a16="http://schemas.microsoft.com/office/drawing/2014/main" id="{001796D3-6043-FC95-6A5D-7F13D8613C3F}"/>
                </a:ext>
              </a:extLst>
            </p:cNvPr>
            <p:cNvGrpSpPr/>
            <p:nvPr/>
          </p:nvGrpSpPr>
          <p:grpSpPr>
            <a:xfrm>
              <a:off x="8167768" y="715439"/>
              <a:ext cx="609600" cy="647700"/>
              <a:chOff x="8889877" y="854330"/>
              <a:chExt cx="609600" cy="647700"/>
            </a:xfrm>
            <a:grpFill/>
          </p:grpSpPr>
          <p:sp>
            <p:nvSpPr>
              <p:cNvPr id="68" name="Vapaamuotoinen: Muoto 67">
                <a:extLst>
                  <a:ext uri="{FF2B5EF4-FFF2-40B4-BE49-F238E27FC236}">
                    <a16:creationId xmlns:a16="http://schemas.microsoft.com/office/drawing/2014/main" id="{88A0109F-1BA0-DF0A-28F0-0DCF206AD453}"/>
                  </a:ext>
                </a:extLst>
              </p:cNvPr>
              <p:cNvSpPr/>
              <p:nvPr/>
            </p:nvSpPr>
            <p:spPr>
              <a:xfrm>
                <a:off x="9042277" y="854330"/>
                <a:ext cx="304800" cy="304800"/>
              </a:xfrm>
              <a:custGeom>
                <a:avLst/>
                <a:gdLst>
                  <a:gd name="connsiteX0" fmla="*/ 152400 w 304800"/>
                  <a:gd name="connsiteY0" fmla="*/ 19050 h 304800"/>
                  <a:gd name="connsiteX1" fmla="*/ 285750 w 304800"/>
                  <a:gd name="connsiteY1" fmla="*/ 152400 h 304800"/>
                  <a:gd name="connsiteX2" fmla="*/ 152400 w 304800"/>
                  <a:gd name="connsiteY2" fmla="*/ 285750 h 304800"/>
                  <a:gd name="connsiteX3" fmla="*/ 19050 w 304800"/>
                  <a:gd name="connsiteY3" fmla="*/ 152400 h 304800"/>
                  <a:gd name="connsiteX4" fmla="*/ 152400 w 304800"/>
                  <a:gd name="connsiteY4" fmla="*/ 19050 h 304800"/>
                  <a:gd name="connsiteX5" fmla="*/ 152400 w 304800"/>
                  <a:gd name="connsiteY5" fmla="*/ 0 h 304800"/>
                  <a:gd name="connsiteX6" fmla="*/ 0 w 304800"/>
                  <a:gd name="connsiteY6" fmla="*/ 152400 h 304800"/>
                  <a:gd name="connsiteX7" fmla="*/ 152400 w 304800"/>
                  <a:gd name="connsiteY7" fmla="*/ 304800 h 304800"/>
                  <a:gd name="connsiteX8" fmla="*/ 304800 w 304800"/>
                  <a:gd name="connsiteY8" fmla="*/ 152400 h 304800"/>
                  <a:gd name="connsiteX9" fmla="*/ 152400 w 304800"/>
                  <a:gd name="connsiteY9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4800" h="304800">
                    <a:moveTo>
                      <a:pt x="152400" y="19050"/>
                    </a:moveTo>
                    <a:cubicBezTo>
                      <a:pt x="226047" y="19050"/>
                      <a:pt x="285750" y="78753"/>
                      <a:pt x="285750" y="152400"/>
                    </a:cubicBezTo>
                    <a:cubicBezTo>
                      <a:pt x="285750" y="226047"/>
                      <a:pt x="226047" y="285750"/>
                      <a:pt x="152400" y="285750"/>
                    </a:cubicBezTo>
                    <a:cubicBezTo>
                      <a:pt x="78753" y="285750"/>
                      <a:pt x="19050" y="226047"/>
                      <a:pt x="19050" y="152400"/>
                    </a:cubicBezTo>
                    <a:cubicBezTo>
                      <a:pt x="19123" y="78783"/>
                      <a:pt x="78783" y="19123"/>
                      <a:pt x="152400" y="19050"/>
                    </a:cubicBezTo>
                    <a:moveTo>
                      <a:pt x="152400" y="0"/>
                    </a:moveTo>
                    <a:cubicBezTo>
                      <a:pt x="68231" y="0"/>
                      <a:pt x="0" y="68231"/>
                      <a:pt x="0" y="152400"/>
                    </a:cubicBezTo>
                    <a:cubicBezTo>
                      <a:pt x="0" y="236569"/>
                      <a:pt x="68231" y="304800"/>
                      <a:pt x="152400" y="304800"/>
                    </a:cubicBezTo>
                    <a:cubicBezTo>
                      <a:pt x="236569" y="304800"/>
                      <a:pt x="304800" y="236569"/>
                      <a:pt x="304800" y="152400"/>
                    </a:cubicBezTo>
                    <a:cubicBezTo>
                      <a:pt x="304800" y="68231"/>
                      <a:pt x="236569" y="0"/>
                      <a:pt x="152400" y="0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  <p:sp>
            <p:nvSpPr>
              <p:cNvPr id="73" name="Vapaamuotoinen: Muoto 72">
                <a:extLst>
                  <a:ext uri="{FF2B5EF4-FFF2-40B4-BE49-F238E27FC236}">
                    <a16:creationId xmlns:a16="http://schemas.microsoft.com/office/drawing/2014/main" id="{C366C9A1-D9D6-11CA-DAC6-3CE4CC2286BD}"/>
                  </a:ext>
                </a:extLst>
              </p:cNvPr>
              <p:cNvSpPr/>
              <p:nvPr/>
            </p:nvSpPr>
            <p:spPr>
              <a:xfrm>
                <a:off x="8889877" y="1197230"/>
                <a:ext cx="609600" cy="304800"/>
              </a:xfrm>
              <a:custGeom>
                <a:avLst/>
                <a:gdLst>
                  <a:gd name="connsiteX0" fmla="*/ 609600 w 609600"/>
                  <a:gd name="connsiteY0" fmla="*/ 304800 h 304800"/>
                  <a:gd name="connsiteX1" fmla="*/ 590550 w 609600"/>
                  <a:gd name="connsiteY1" fmla="*/ 304800 h 304800"/>
                  <a:gd name="connsiteX2" fmla="*/ 590550 w 609600"/>
                  <a:gd name="connsiteY2" fmla="*/ 157163 h 304800"/>
                  <a:gd name="connsiteX3" fmla="*/ 564594 w 609600"/>
                  <a:gd name="connsiteY3" fmla="*/ 105547 h 304800"/>
                  <a:gd name="connsiteX4" fmla="*/ 423986 w 609600"/>
                  <a:gd name="connsiteY4" fmla="*/ 37148 h 304800"/>
                  <a:gd name="connsiteX5" fmla="*/ 304800 w 609600"/>
                  <a:gd name="connsiteY5" fmla="*/ 19050 h 304800"/>
                  <a:gd name="connsiteX6" fmla="*/ 185509 w 609600"/>
                  <a:gd name="connsiteY6" fmla="*/ 37148 h 304800"/>
                  <a:gd name="connsiteX7" fmla="*/ 44653 w 609600"/>
                  <a:gd name="connsiteY7" fmla="*/ 105727 h 304800"/>
                  <a:gd name="connsiteX8" fmla="*/ 19050 w 609600"/>
                  <a:gd name="connsiteY8" fmla="*/ 157163 h 304800"/>
                  <a:gd name="connsiteX9" fmla="*/ 19050 w 609600"/>
                  <a:gd name="connsiteY9" fmla="*/ 304800 h 304800"/>
                  <a:gd name="connsiteX10" fmla="*/ 0 w 609600"/>
                  <a:gd name="connsiteY10" fmla="*/ 304800 h 304800"/>
                  <a:gd name="connsiteX11" fmla="*/ 0 w 609600"/>
                  <a:gd name="connsiteY11" fmla="*/ 157163 h 304800"/>
                  <a:gd name="connsiteX12" fmla="*/ 33109 w 609600"/>
                  <a:gd name="connsiteY12" fmla="*/ 90668 h 304800"/>
                  <a:gd name="connsiteX13" fmla="*/ 180375 w 609600"/>
                  <a:gd name="connsiteY13" fmla="*/ 18831 h 304800"/>
                  <a:gd name="connsiteX14" fmla="*/ 304800 w 609600"/>
                  <a:gd name="connsiteY14" fmla="*/ 0 h 304800"/>
                  <a:gd name="connsiteX15" fmla="*/ 429339 w 609600"/>
                  <a:gd name="connsiteY15" fmla="*/ 18850 h 304800"/>
                  <a:gd name="connsiteX16" fmla="*/ 576577 w 609600"/>
                  <a:gd name="connsiteY16" fmla="*/ 90726 h 304800"/>
                  <a:gd name="connsiteX17" fmla="*/ 609600 w 609600"/>
                  <a:gd name="connsiteY17" fmla="*/ 157163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9600" h="304800">
                    <a:moveTo>
                      <a:pt x="609600" y="304800"/>
                    </a:moveTo>
                    <a:lnTo>
                      <a:pt x="590550" y="304800"/>
                    </a:lnTo>
                    <a:lnTo>
                      <a:pt x="590550" y="157163"/>
                    </a:lnTo>
                    <a:cubicBezTo>
                      <a:pt x="590097" y="136930"/>
                      <a:pt x="580565" y="117976"/>
                      <a:pt x="564594" y="105547"/>
                    </a:cubicBezTo>
                    <a:cubicBezTo>
                      <a:pt x="522821" y="73493"/>
                      <a:pt x="474991" y="50226"/>
                      <a:pt x="423986" y="37148"/>
                    </a:cubicBezTo>
                    <a:cubicBezTo>
                      <a:pt x="385369" y="25264"/>
                      <a:pt x="345204" y="19165"/>
                      <a:pt x="304800" y="19050"/>
                    </a:cubicBezTo>
                    <a:cubicBezTo>
                      <a:pt x="264408" y="19751"/>
                      <a:pt x="224291" y="25838"/>
                      <a:pt x="185509" y="37148"/>
                    </a:cubicBezTo>
                    <a:cubicBezTo>
                      <a:pt x="135037" y="51930"/>
                      <a:pt x="87419" y="75115"/>
                      <a:pt x="44653" y="105727"/>
                    </a:cubicBezTo>
                    <a:cubicBezTo>
                      <a:pt x="28844" y="118171"/>
                      <a:pt x="19447" y="137048"/>
                      <a:pt x="19050" y="157163"/>
                    </a:cubicBezTo>
                    <a:lnTo>
                      <a:pt x="19050" y="304800"/>
                    </a:lnTo>
                    <a:lnTo>
                      <a:pt x="0" y="304800"/>
                    </a:lnTo>
                    <a:lnTo>
                      <a:pt x="0" y="157163"/>
                    </a:lnTo>
                    <a:cubicBezTo>
                      <a:pt x="472" y="131146"/>
                      <a:pt x="12633" y="106725"/>
                      <a:pt x="33109" y="90668"/>
                    </a:cubicBezTo>
                    <a:cubicBezTo>
                      <a:pt x="77795" y="58590"/>
                      <a:pt x="127586" y="34301"/>
                      <a:pt x="180375" y="18831"/>
                    </a:cubicBezTo>
                    <a:cubicBezTo>
                      <a:pt x="220827" y="7045"/>
                      <a:pt x="262672" y="712"/>
                      <a:pt x="304800" y="0"/>
                    </a:cubicBezTo>
                    <a:cubicBezTo>
                      <a:pt x="347016" y="104"/>
                      <a:pt x="388984" y="6456"/>
                      <a:pt x="429339" y="18850"/>
                    </a:cubicBezTo>
                    <a:cubicBezTo>
                      <a:pt x="482770" y="32617"/>
                      <a:pt x="532856" y="57067"/>
                      <a:pt x="576577" y="90726"/>
                    </a:cubicBezTo>
                    <a:cubicBezTo>
                      <a:pt x="597012" y="106781"/>
                      <a:pt x="609139" y="131178"/>
                      <a:pt x="609600" y="157163"/>
                    </a:cubicBezTo>
                    <a:close/>
                  </a:path>
                </a:pathLst>
              </a:custGeom>
              <a:grp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i-FI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5583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DBEB5A-2210-2C2D-2FC1-7BBC2826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/>
              <a:t>2. Huomioitavia asioita tutkinnonosien rakentamisen suunnittelussa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A8D099B-7FF5-3705-BEFF-DBAAC476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77" y="1773696"/>
            <a:ext cx="11353800" cy="451480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b="1"/>
              <a:t>2.1. Kohderyhmät</a:t>
            </a:r>
          </a:p>
          <a:p>
            <a:pPr marL="1062900" lvl="2" indent="-342900"/>
            <a:r>
              <a:rPr lang="fi-FI" sz="2400"/>
              <a:t>Pääkohderyhmät</a:t>
            </a:r>
          </a:p>
          <a:p>
            <a:pPr marL="1422900" lvl="3" indent="-342900">
              <a:buFont typeface="+mj-lt"/>
              <a:buAutoNum type="alphaUcPeriod"/>
            </a:pPr>
            <a:r>
              <a:rPr lang="fi-FI" sz="2400"/>
              <a:t>Nuoret </a:t>
            </a:r>
            <a:r>
              <a:rPr lang="fi-FI" sz="2400" err="1"/>
              <a:t>oKampuksella</a:t>
            </a:r>
            <a:r>
              <a:rPr lang="fi-FI" sz="2400"/>
              <a:t> oppimassa (lähiopetuksena)</a:t>
            </a:r>
          </a:p>
          <a:p>
            <a:pPr marL="1422900" lvl="3" indent="-342900">
              <a:buFont typeface="+mj-lt"/>
              <a:buAutoNum type="alphaUcPeriod"/>
            </a:pPr>
            <a:r>
              <a:rPr lang="fi-FI" sz="2400"/>
              <a:t>Erityistä tukea tarvitsevat opiskelijat (lähiopetuksena, pienryhmäohjaus)</a:t>
            </a:r>
          </a:p>
          <a:p>
            <a:pPr marL="1422900" lvl="3" indent="-342900">
              <a:buFont typeface="+mj-lt"/>
              <a:buAutoNum type="alphaUcPeriod"/>
            </a:pPr>
            <a:r>
              <a:rPr lang="fi-FI" sz="2400" err="1"/>
              <a:t>Pron</a:t>
            </a:r>
            <a:r>
              <a:rPr lang="fi-FI" sz="2400"/>
              <a:t> perustutkinto-opiskelijat (itsenäisenä)</a:t>
            </a:r>
          </a:p>
          <a:p>
            <a:pPr marL="1422900" lvl="3" indent="-342900">
              <a:buFont typeface="+mj-lt"/>
              <a:buAutoNum type="alphaUcPeriod"/>
            </a:pPr>
            <a:r>
              <a:rPr lang="fi-FI" sz="2400" err="1"/>
              <a:t>Pron</a:t>
            </a:r>
            <a:r>
              <a:rPr lang="fi-FI" sz="2400"/>
              <a:t> perustutkinto-opiskelijat (lähiopetuksena)</a:t>
            </a:r>
          </a:p>
          <a:p>
            <a:pPr marL="1062900" lvl="2" indent="-342900"/>
            <a:endParaRPr lang="fi-FI" sz="2400"/>
          </a:p>
          <a:p>
            <a:pPr marL="1062900" lvl="2" indent="-342900"/>
            <a:r>
              <a:rPr lang="fi-FI" sz="2400"/>
              <a:t>Pienemmät kohderyhmät</a:t>
            </a:r>
          </a:p>
          <a:p>
            <a:pPr marL="1422900" lvl="3" indent="-342900">
              <a:buFont typeface="+mj-lt"/>
              <a:buAutoNum type="alphaLcPeriod"/>
            </a:pPr>
            <a:r>
              <a:rPr lang="fi-FI" sz="2400"/>
              <a:t>Muutamia nuoria itsenäisenä opiskelijana (itsenäisenä)</a:t>
            </a:r>
          </a:p>
          <a:p>
            <a:pPr marL="1422900" lvl="3" indent="-342900">
              <a:buFont typeface="+mj-lt"/>
              <a:buAutoNum type="alphaLcPeriod"/>
            </a:pPr>
            <a:r>
              <a:rPr lang="fi-FI" sz="2400"/>
              <a:t>Ohjaamon opiskelijat (itsenäisenä, pienryhmäohjaus)</a:t>
            </a:r>
          </a:p>
        </p:txBody>
      </p:sp>
    </p:spTree>
    <p:extLst>
      <p:ext uri="{BB962C8B-B14F-4D97-AF65-F5344CB8AC3E}">
        <p14:creationId xmlns:p14="http://schemas.microsoft.com/office/powerpoint/2010/main" val="3431802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iruutu 7">
            <a:extLst>
              <a:ext uri="{FF2B5EF4-FFF2-40B4-BE49-F238E27FC236}">
                <a16:creationId xmlns:a16="http://schemas.microsoft.com/office/drawing/2014/main" id="{FB31EAB8-C57A-6DCC-2DFA-2932BFB0034F}"/>
              </a:ext>
            </a:extLst>
          </p:cNvPr>
          <p:cNvSpPr txBox="1"/>
          <p:nvPr/>
        </p:nvSpPr>
        <p:spPr>
          <a:xfrm rot="10800000" flipH="1" flipV="1">
            <a:off x="9256547" y="2134352"/>
            <a:ext cx="280877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fi-FI" sz="10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SISÄLTÖ </a:t>
            </a:r>
          </a:p>
          <a:p>
            <a:pPr algn="l"/>
            <a:endParaRPr lang="fi-FI" sz="10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ESITTELY JA OHJAUSTA</a:t>
            </a:r>
          </a:p>
          <a:p>
            <a:r>
              <a:rPr lang="fi-FI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Eteneminen 0/7</a:t>
            </a:r>
          </a:p>
          <a:p>
            <a:endParaRPr lang="fi-FI" sz="10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ITSENÄINEN SUORITTAMINEN</a:t>
            </a:r>
          </a:p>
          <a:p>
            <a:r>
              <a:rPr lang="fi-FI" sz="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Ehdollinen</a:t>
            </a:r>
          </a:p>
          <a:p>
            <a:pPr algn="l"/>
            <a:endParaRPr lang="fi-FI" sz="10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VALMISTAUTUMINEN MYYNTITYÖHÖN</a:t>
            </a:r>
          </a:p>
          <a:p>
            <a:pPr algn="l"/>
            <a:r>
              <a:rPr lang="fi-FI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Eteneminen 0/7</a:t>
            </a:r>
          </a:p>
          <a:p>
            <a:pPr algn="l"/>
            <a:endParaRPr lang="fi-FI" sz="10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MYYNTI</a:t>
            </a:r>
          </a:p>
          <a:p>
            <a:r>
              <a:rPr lang="fi-FI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Eteneminen 0/8</a:t>
            </a:r>
          </a:p>
          <a:p>
            <a:pPr algn="l"/>
            <a:endParaRPr lang="fi-FI" sz="10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SEURANTA</a:t>
            </a:r>
          </a:p>
          <a:p>
            <a:r>
              <a:rPr lang="fi-FI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Eteneminen 0/3</a:t>
            </a:r>
          </a:p>
          <a:p>
            <a:pPr algn="l"/>
            <a:endParaRPr lang="fi-FI" sz="10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ARVIOINTIKESKUSTELU, ITSEARVIOINTI OPPIMISESTA JA KURSSIN PALAUTTEEN ANTAMINEN</a:t>
            </a:r>
          </a:p>
          <a:p>
            <a:r>
              <a:rPr lang="fi-FI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Eteneminen 0/2</a:t>
            </a:r>
            <a:endParaRPr lang="fi-FI" sz="8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fi-FI" sz="1000">
              <a:solidFill>
                <a:srgbClr val="006FB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TJK JA NÄYTTÖ</a:t>
            </a: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2DBEB5A-2210-2C2D-2FC1-7BBC2826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/>
              <a:t>2. Huomioitavia asioita tutkinnonosien rakentamisen suunnittelussa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A8D099B-7FF5-3705-BEFF-DBAAC476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943" y="1568369"/>
            <a:ext cx="8323217" cy="4929630"/>
          </a:xfrm>
        </p:spPr>
        <p:txBody>
          <a:bodyPr>
            <a:normAutofit fontScale="77500" lnSpcReduction="20000"/>
          </a:bodyPr>
          <a:lstStyle/>
          <a:p>
            <a:r>
              <a:rPr lang="fi-FI" sz="3300" b="1"/>
              <a:t>2.2. Rakenne ja ilme</a:t>
            </a:r>
          </a:p>
          <a:p>
            <a:pPr marL="702900" lvl="1" indent="-342900"/>
            <a:r>
              <a:rPr lang="fi-FI" sz="2600" u="sng" err="1"/>
              <a:t>eKampuksen</a:t>
            </a:r>
            <a:r>
              <a:rPr lang="fi-FI" sz="2600" u="sng"/>
              <a:t> rakenne jatkuu nykyisenlaisena, mutta sisältö muuttuu.</a:t>
            </a:r>
          </a:p>
          <a:p>
            <a:pPr marL="1062900" lvl="2" indent="-342900"/>
            <a:endParaRPr lang="fi-FI" sz="2600"/>
          </a:p>
          <a:p>
            <a:pPr marL="1062900" lvl="2" indent="-342900"/>
            <a:r>
              <a:rPr lang="fi-FI" sz="2600"/>
              <a:t>ESITTELY JA OHJAUSTA = kurssin esittely</a:t>
            </a:r>
          </a:p>
          <a:p>
            <a:pPr marL="1062900" lvl="2" indent="-342900"/>
            <a:r>
              <a:rPr lang="fi-FI" sz="2600"/>
              <a:t>ITSENÄINEN SUORITTAMINEN = osio </a:t>
            </a:r>
            <a:r>
              <a:rPr lang="fi-FI" sz="2600" err="1"/>
              <a:t>pro:n</a:t>
            </a:r>
            <a:r>
              <a:rPr lang="fi-FI" sz="2600"/>
              <a:t> opiskelijoille ja muille itsenäisesti suorittaville</a:t>
            </a:r>
          </a:p>
          <a:p>
            <a:pPr marL="1422900" lvl="3" indent="-342900"/>
            <a:r>
              <a:rPr lang="fi-FI" sz="2400"/>
              <a:t>Omat erilliset itsenäiseen opiskeluun soveltuvat tehtävät (osa voi olla samoja)</a:t>
            </a:r>
            <a:endParaRPr lang="fi-FI" sz="2600"/>
          </a:p>
          <a:p>
            <a:pPr marL="1062900" lvl="2" indent="-342900"/>
            <a:r>
              <a:rPr lang="fi-FI" sz="2600"/>
              <a:t>TUTKINNONOSAN AMMATTITAITOVAATIMUKSET määrittävät sisällön otsikot</a:t>
            </a:r>
          </a:p>
          <a:p>
            <a:pPr marL="1062900" lvl="2" indent="-342900"/>
            <a:endParaRPr lang="fi-FI" sz="2600"/>
          </a:p>
          <a:p>
            <a:pPr marL="1062900" lvl="2" indent="-342900"/>
            <a:r>
              <a:rPr lang="fi-FI" sz="2600"/>
              <a:t>ITSEARVIOINTI OPPIMISESTA JA KURSSIN PALAUTTEEN ANTAMINEN</a:t>
            </a:r>
          </a:p>
          <a:p>
            <a:pPr marL="1422900" lvl="3" indent="-342900"/>
            <a:r>
              <a:rPr lang="fi-FI" sz="2400"/>
              <a:t>Päivitetään kevään aikana kurssin palautteen antaminen –kysely</a:t>
            </a:r>
          </a:p>
          <a:p>
            <a:pPr marL="1062900" lvl="2" indent="-342900"/>
            <a:endParaRPr lang="fi-FI" sz="260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E8F4DD47-D0A3-59A5-8219-AFBB9EEE4989}"/>
              </a:ext>
            </a:extLst>
          </p:cNvPr>
          <p:cNvSpPr txBox="1"/>
          <p:nvPr/>
        </p:nvSpPr>
        <p:spPr>
          <a:xfrm>
            <a:off x="9256546" y="1841964"/>
            <a:ext cx="269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i-FI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eKampus</a:t>
            </a:r>
            <a:r>
              <a:rPr lang="fi-FI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Myyntityö</a:t>
            </a:r>
          </a:p>
        </p:txBody>
      </p:sp>
      <p:grpSp>
        <p:nvGrpSpPr>
          <p:cNvPr id="9" name="Ryhmä 8">
            <a:extLst>
              <a:ext uri="{FF2B5EF4-FFF2-40B4-BE49-F238E27FC236}">
                <a16:creationId xmlns:a16="http://schemas.microsoft.com/office/drawing/2014/main" id="{438B9ADF-E8CB-17A8-76CE-6321BD54A14E}"/>
              </a:ext>
            </a:extLst>
          </p:cNvPr>
          <p:cNvGrpSpPr/>
          <p:nvPr/>
        </p:nvGrpSpPr>
        <p:grpSpPr>
          <a:xfrm>
            <a:off x="9187543" y="2211296"/>
            <a:ext cx="2914990" cy="3632324"/>
            <a:chOff x="9383227" y="2577056"/>
            <a:chExt cx="2771557" cy="3447098"/>
          </a:xfrm>
        </p:grpSpPr>
        <p:pic>
          <p:nvPicPr>
            <p:cNvPr id="4" name="Kuva 3">
              <a:extLst>
                <a:ext uri="{FF2B5EF4-FFF2-40B4-BE49-F238E27FC236}">
                  <a16:creationId xmlns:a16="http://schemas.microsoft.com/office/drawing/2014/main" id="{18C295AA-3F0F-137C-4ED7-E3AB77C7EA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8674" b="92162"/>
            <a:stretch/>
          </p:blipFill>
          <p:spPr>
            <a:xfrm>
              <a:off x="11656013" y="2577056"/>
              <a:ext cx="322218" cy="369332"/>
            </a:xfrm>
            <a:prstGeom prst="rect">
              <a:avLst/>
            </a:prstGeom>
          </p:spPr>
        </p:pic>
        <p:sp>
          <p:nvSpPr>
            <p:cNvPr id="6" name="Suorakulmio 5">
              <a:extLst>
                <a:ext uri="{FF2B5EF4-FFF2-40B4-BE49-F238E27FC236}">
                  <a16:creationId xmlns:a16="http://schemas.microsoft.com/office/drawing/2014/main" id="{E98ADCE9-CF1F-13E1-FB4C-B9BF703911F6}"/>
                </a:ext>
              </a:extLst>
            </p:cNvPr>
            <p:cNvSpPr/>
            <p:nvPr/>
          </p:nvSpPr>
          <p:spPr>
            <a:xfrm>
              <a:off x="9383227" y="2577056"/>
              <a:ext cx="2771557" cy="344709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</p:grpSp>
      <p:sp>
        <p:nvSpPr>
          <p:cNvPr id="7" name="Suorakulmio 6">
            <a:extLst>
              <a:ext uri="{FF2B5EF4-FFF2-40B4-BE49-F238E27FC236}">
                <a16:creationId xmlns:a16="http://schemas.microsoft.com/office/drawing/2014/main" id="{5D1470EF-6B2C-41AA-D9DC-02C8521269E2}"/>
              </a:ext>
            </a:extLst>
          </p:cNvPr>
          <p:cNvSpPr/>
          <p:nvPr/>
        </p:nvSpPr>
        <p:spPr>
          <a:xfrm>
            <a:off x="6400800" y="5190309"/>
            <a:ext cx="1759131" cy="1667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171EC06C-62FE-AC65-BD20-7D60DF450ADF}"/>
              </a:ext>
            </a:extLst>
          </p:cNvPr>
          <p:cNvSpPr/>
          <p:nvPr/>
        </p:nvSpPr>
        <p:spPr>
          <a:xfrm>
            <a:off x="9330976" y="2563210"/>
            <a:ext cx="2325189" cy="357052"/>
          </a:xfrm>
          <a:prstGeom prst="rect">
            <a:avLst/>
          </a:prstGeom>
          <a:noFill/>
          <a:ln w="28575">
            <a:solidFill>
              <a:srgbClr val="E443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F0FF42C4-5C8C-62D2-5A31-5DB15CEE7965}"/>
              </a:ext>
            </a:extLst>
          </p:cNvPr>
          <p:cNvSpPr/>
          <p:nvPr/>
        </p:nvSpPr>
        <p:spPr>
          <a:xfrm>
            <a:off x="9330975" y="2997206"/>
            <a:ext cx="2325189" cy="357052"/>
          </a:xfrm>
          <a:prstGeom prst="rect">
            <a:avLst/>
          </a:prstGeom>
          <a:noFill/>
          <a:ln w="28575">
            <a:solidFill>
              <a:srgbClr val="E443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Suorakulmio 11">
            <a:extLst>
              <a:ext uri="{FF2B5EF4-FFF2-40B4-BE49-F238E27FC236}">
                <a16:creationId xmlns:a16="http://schemas.microsoft.com/office/drawing/2014/main" id="{D9AE0A0F-26E0-9B10-8239-74A73E5D8FC9}"/>
              </a:ext>
            </a:extLst>
          </p:cNvPr>
          <p:cNvSpPr/>
          <p:nvPr/>
        </p:nvSpPr>
        <p:spPr>
          <a:xfrm>
            <a:off x="9330975" y="3437738"/>
            <a:ext cx="2734343" cy="1230055"/>
          </a:xfrm>
          <a:prstGeom prst="rect">
            <a:avLst/>
          </a:prstGeom>
          <a:noFill/>
          <a:ln w="28575">
            <a:solidFill>
              <a:srgbClr val="E443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3" name="Suorakulmio 12">
            <a:extLst>
              <a:ext uri="{FF2B5EF4-FFF2-40B4-BE49-F238E27FC236}">
                <a16:creationId xmlns:a16="http://schemas.microsoft.com/office/drawing/2014/main" id="{22DC04B2-F387-0D66-0D85-DF8D3BAD668A}"/>
              </a:ext>
            </a:extLst>
          </p:cNvPr>
          <p:cNvSpPr/>
          <p:nvPr/>
        </p:nvSpPr>
        <p:spPr>
          <a:xfrm>
            <a:off x="9330975" y="4751274"/>
            <a:ext cx="2734343" cy="630624"/>
          </a:xfrm>
          <a:prstGeom prst="rect">
            <a:avLst/>
          </a:prstGeom>
          <a:noFill/>
          <a:ln w="28575">
            <a:solidFill>
              <a:srgbClr val="E443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16" name="Suora nuoliyhdysviiva 15">
            <a:extLst>
              <a:ext uri="{FF2B5EF4-FFF2-40B4-BE49-F238E27FC236}">
                <a16:creationId xmlns:a16="http://schemas.microsoft.com/office/drawing/2014/main" id="{EB47D890-B34F-460E-48FE-9984215B5A53}"/>
              </a:ext>
            </a:extLst>
          </p:cNvPr>
          <p:cNvCxnSpPr>
            <a:cxnSpLocks/>
          </p:cNvCxnSpPr>
          <p:nvPr/>
        </p:nvCxnSpPr>
        <p:spPr>
          <a:xfrm flipV="1">
            <a:off x="6870630" y="2741736"/>
            <a:ext cx="2219220" cy="211680"/>
          </a:xfrm>
          <a:prstGeom prst="straightConnector1">
            <a:avLst/>
          </a:prstGeom>
          <a:ln>
            <a:solidFill>
              <a:srgbClr val="E443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uora nuoliyhdysviiva 16">
            <a:extLst>
              <a:ext uri="{FF2B5EF4-FFF2-40B4-BE49-F238E27FC236}">
                <a16:creationId xmlns:a16="http://schemas.microsoft.com/office/drawing/2014/main" id="{7C4DA418-2986-BA3B-9E23-BE66D5C43E13}"/>
              </a:ext>
            </a:extLst>
          </p:cNvPr>
          <p:cNvCxnSpPr>
            <a:cxnSpLocks/>
          </p:cNvCxnSpPr>
          <p:nvPr/>
        </p:nvCxnSpPr>
        <p:spPr>
          <a:xfrm flipV="1">
            <a:off x="8094694" y="3297516"/>
            <a:ext cx="1171044" cy="174904"/>
          </a:xfrm>
          <a:prstGeom prst="straightConnector1">
            <a:avLst/>
          </a:prstGeom>
          <a:ln>
            <a:solidFill>
              <a:srgbClr val="E443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uora nuoliyhdysviiva 18">
            <a:extLst>
              <a:ext uri="{FF2B5EF4-FFF2-40B4-BE49-F238E27FC236}">
                <a16:creationId xmlns:a16="http://schemas.microsoft.com/office/drawing/2014/main" id="{AEFF82A7-175D-22EF-240E-0B95E8761B78}"/>
              </a:ext>
            </a:extLst>
          </p:cNvPr>
          <p:cNvCxnSpPr>
            <a:cxnSpLocks/>
          </p:cNvCxnSpPr>
          <p:nvPr/>
        </p:nvCxnSpPr>
        <p:spPr>
          <a:xfrm flipV="1">
            <a:off x="7501666" y="4435141"/>
            <a:ext cx="1657187" cy="266080"/>
          </a:xfrm>
          <a:prstGeom prst="straightConnector1">
            <a:avLst/>
          </a:prstGeom>
          <a:ln>
            <a:solidFill>
              <a:srgbClr val="E443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uora nuoliyhdysviiva 20">
            <a:extLst>
              <a:ext uri="{FF2B5EF4-FFF2-40B4-BE49-F238E27FC236}">
                <a16:creationId xmlns:a16="http://schemas.microsoft.com/office/drawing/2014/main" id="{16432CF6-177F-24B3-0F69-85B296737F4C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8159931" y="5066586"/>
            <a:ext cx="1171044" cy="315312"/>
          </a:xfrm>
          <a:prstGeom prst="straightConnector1">
            <a:avLst/>
          </a:prstGeom>
          <a:ln>
            <a:solidFill>
              <a:srgbClr val="E443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874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orakulmio 8">
            <a:extLst>
              <a:ext uri="{FF2B5EF4-FFF2-40B4-BE49-F238E27FC236}">
                <a16:creationId xmlns:a16="http://schemas.microsoft.com/office/drawing/2014/main" id="{7095B876-6378-42E3-B78F-DE8079704345}"/>
              </a:ext>
            </a:extLst>
          </p:cNvPr>
          <p:cNvSpPr/>
          <p:nvPr/>
        </p:nvSpPr>
        <p:spPr>
          <a:xfrm>
            <a:off x="10440537" y="0"/>
            <a:ext cx="1747578" cy="1419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82B6677F-4D1F-4CE1-A0AC-D01CF15A43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2188"/>
          <a:stretch/>
        </p:blipFill>
        <p:spPr>
          <a:xfrm>
            <a:off x="3918676" y="1161831"/>
            <a:ext cx="4081896" cy="2874673"/>
          </a:xfrm>
          <a:prstGeom prst="rect">
            <a:avLst/>
          </a:prstGeom>
        </p:spPr>
      </p:pic>
      <p:pic>
        <p:nvPicPr>
          <p:cNvPr id="8" name="Kuva 7">
            <a:extLst>
              <a:ext uri="{FF2B5EF4-FFF2-40B4-BE49-F238E27FC236}">
                <a16:creationId xmlns:a16="http://schemas.microsoft.com/office/drawing/2014/main" id="{BDC3D5A6-3CDA-4581-8D1E-E59AF3BAF3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111" b="19817"/>
          <a:stretch/>
        </p:blipFill>
        <p:spPr>
          <a:xfrm>
            <a:off x="3869355" y="4100898"/>
            <a:ext cx="4081896" cy="257399"/>
          </a:xfrm>
          <a:prstGeom prst="rect">
            <a:avLst/>
          </a:prstGeom>
        </p:spPr>
      </p:pic>
      <p:cxnSp>
        <p:nvCxnSpPr>
          <p:cNvPr id="12" name="Suora nuoliyhdysviiva 11">
            <a:extLst>
              <a:ext uri="{FF2B5EF4-FFF2-40B4-BE49-F238E27FC236}">
                <a16:creationId xmlns:a16="http://schemas.microsoft.com/office/drawing/2014/main" id="{951AD128-4CD7-4A74-A80A-CB80BB2C0419}"/>
              </a:ext>
            </a:extLst>
          </p:cNvPr>
          <p:cNvCxnSpPr>
            <a:cxnSpLocks/>
          </p:cNvCxnSpPr>
          <p:nvPr/>
        </p:nvCxnSpPr>
        <p:spPr>
          <a:xfrm flipH="1">
            <a:off x="7381893" y="4358297"/>
            <a:ext cx="1502800" cy="326432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orakulmio: Pyöristetyt kulmat 12">
            <a:extLst>
              <a:ext uri="{FF2B5EF4-FFF2-40B4-BE49-F238E27FC236}">
                <a16:creationId xmlns:a16="http://schemas.microsoft.com/office/drawing/2014/main" id="{27FAB25A-1198-4C62-8696-299AF7E2754B}"/>
              </a:ext>
            </a:extLst>
          </p:cNvPr>
          <p:cNvSpPr/>
          <p:nvPr/>
        </p:nvSpPr>
        <p:spPr>
          <a:xfrm>
            <a:off x="8584442" y="4241485"/>
            <a:ext cx="3425588" cy="487475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/>
              <a:t>Ammattitaitovaatimukset</a:t>
            </a:r>
          </a:p>
        </p:txBody>
      </p:sp>
      <p:cxnSp>
        <p:nvCxnSpPr>
          <p:cNvPr id="15" name="Suora nuoliyhdysviiva 14">
            <a:extLst>
              <a:ext uri="{FF2B5EF4-FFF2-40B4-BE49-F238E27FC236}">
                <a16:creationId xmlns:a16="http://schemas.microsoft.com/office/drawing/2014/main" id="{55B460F4-7F39-4EEC-B6F2-6E02F976211E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5646755" y="5294628"/>
            <a:ext cx="3101882" cy="37250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uorakulmio: Pyöristetyt kulmat 18">
            <a:extLst>
              <a:ext uri="{FF2B5EF4-FFF2-40B4-BE49-F238E27FC236}">
                <a16:creationId xmlns:a16="http://schemas.microsoft.com/office/drawing/2014/main" id="{A2B2A6C2-128E-4846-A1BE-999238E2F3AD}"/>
              </a:ext>
            </a:extLst>
          </p:cNvPr>
          <p:cNvSpPr/>
          <p:nvPr/>
        </p:nvSpPr>
        <p:spPr>
          <a:xfrm>
            <a:off x="8748637" y="4909790"/>
            <a:ext cx="2893326" cy="487475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/>
              <a:t>Linkki </a:t>
            </a:r>
            <a:r>
              <a:rPr lang="fi-FI" sz="2400" err="1"/>
              <a:t>ePerusteisiin</a:t>
            </a:r>
            <a:endParaRPr lang="fi-FI" sz="2400"/>
          </a:p>
        </p:txBody>
      </p:sp>
      <p:sp>
        <p:nvSpPr>
          <p:cNvPr id="24" name="Suorakulmio: Pyöristetyt kulmat 23">
            <a:extLst>
              <a:ext uri="{FF2B5EF4-FFF2-40B4-BE49-F238E27FC236}">
                <a16:creationId xmlns:a16="http://schemas.microsoft.com/office/drawing/2014/main" id="{6CDD11BE-8F17-479E-939D-959C843B6CE1}"/>
              </a:ext>
            </a:extLst>
          </p:cNvPr>
          <p:cNvSpPr/>
          <p:nvPr/>
        </p:nvSpPr>
        <p:spPr>
          <a:xfrm>
            <a:off x="8748636" y="5578096"/>
            <a:ext cx="3261393" cy="1184172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/>
              <a:t>Videoneuvotteluyhteys kaikissa </a:t>
            </a:r>
            <a:r>
              <a:rPr lang="fi-FI" sz="2400" err="1"/>
              <a:t>eKampus</a:t>
            </a:r>
            <a:r>
              <a:rPr lang="fi-FI" sz="2400"/>
              <a:t> </a:t>
            </a:r>
            <a:r>
              <a:rPr lang="fi-FI" sz="2400" err="1"/>
              <a:t>kursseissta</a:t>
            </a:r>
            <a:endParaRPr lang="fi-FI" sz="2400"/>
          </a:p>
        </p:txBody>
      </p:sp>
      <p:cxnSp>
        <p:nvCxnSpPr>
          <p:cNvPr id="25" name="Suora nuoliyhdysviiva 24">
            <a:extLst>
              <a:ext uri="{FF2B5EF4-FFF2-40B4-BE49-F238E27FC236}">
                <a16:creationId xmlns:a16="http://schemas.microsoft.com/office/drawing/2014/main" id="{7EF6A225-5961-4DF7-BA03-6217422E0DDE}"/>
              </a:ext>
            </a:extLst>
          </p:cNvPr>
          <p:cNvCxnSpPr>
            <a:cxnSpLocks/>
            <a:endCxn id="33" idx="3"/>
          </p:cNvCxnSpPr>
          <p:nvPr/>
        </p:nvCxnSpPr>
        <p:spPr>
          <a:xfrm flipH="1" flipV="1">
            <a:off x="5317753" y="6535663"/>
            <a:ext cx="3676122" cy="69327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orakulmio: Pyöristetyt kulmat 35">
            <a:extLst>
              <a:ext uri="{FF2B5EF4-FFF2-40B4-BE49-F238E27FC236}">
                <a16:creationId xmlns:a16="http://schemas.microsoft.com/office/drawing/2014/main" id="{FBAF928A-B526-4694-A9CC-469F5C691C02}"/>
              </a:ext>
            </a:extLst>
          </p:cNvPr>
          <p:cNvSpPr/>
          <p:nvPr/>
        </p:nvSpPr>
        <p:spPr>
          <a:xfrm>
            <a:off x="7985080" y="1363891"/>
            <a:ext cx="4024949" cy="2551061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2400"/>
          </a:p>
        </p:txBody>
      </p:sp>
      <p:sp>
        <p:nvSpPr>
          <p:cNvPr id="37" name="Tekstiruutu 36">
            <a:extLst>
              <a:ext uri="{FF2B5EF4-FFF2-40B4-BE49-F238E27FC236}">
                <a16:creationId xmlns:a16="http://schemas.microsoft.com/office/drawing/2014/main" id="{74330C08-875D-4D31-BE02-35E98A7DC175}"/>
              </a:ext>
            </a:extLst>
          </p:cNvPr>
          <p:cNvSpPr txBox="1"/>
          <p:nvPr/>
        </p:nvSpPr>
        <p:spPr>
          <a:xfrm>
            <a:off x="8216371" y="1443769"/>
            <a:ext cx="40249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400" b="1">
                <a:solidFill>
                  <a:schemeClr val="bg1"/>
                </a:solidFill>
              </a:rPr>
              <a:t>KONSEPTOINTI</a:t>
            </a:r>
          </a:p>
          <a:p>
            <a:pPr marL="342900" indent="-342900">
              <a:buFontTx/>
              <a:buChar char="-"/>
            </a:pPr>
            <a:r>
              <a:rPr lang="fi-FI" sz="2400">
                <a:solidFill>
                  <a:schemeClr val="bg1"/>
                </a:solidFill>
              </a:rPr>
              <a:t>Kaikki kurssit tismalleen samalla rakenteella</a:t>
            </a:r>
          </a:p>
          <a:p>
            <a:pPr marL="342900" indent="-342900">
              <a:buFontTx/>
              <a:buChar char="-"/>
            </a:pPr>
            <a:r>
              <a:rPr lang="fi-FI" sz="2400">
                <a:solidFill>
                  <a:schemeClr val="bg1"/>
                </a:solidFill>
              </a:rPr>
              <a:t>Kaikki kurssit ”samannäköisiä”</a:t>
            </a:r>
          </a:p>
          <a:p>
            <a:r>
              <a:rPr lang="fi-FI" sz="2400" u="sng">
                <a:solidFill>
                  <a:schemeClr val="bg1"/>
                </a:solidFill>
              </a:rPr>
              <a:t>-&gt; Opiskelijaystävällinen</a:t>
            </a:r>
          </a:p>
          <a:p>
            <a:endParaRPr lang="fi-FI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Kuva 9">
            <a:extLst>
              <a:ext uri="{FF2B5EF4-FFF2-40B4-BE49-F238E27FC236}">
                <a16:creationId xmlns:a16="http://schemas.microsoft.com/office/drawing/2014/main" id="{D1041D76-0D36-4EDC-DD10-A94297345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110" y="1611987"/>
            <a:ext cx="3788678" cy="2468518"/>
          </a:xfrm>
          <a:prstGeom prst="rect">
            <a:avLst/>
          </a:prstGeom>
        </p:spPr>
      </p:pic>
      <p:sp>
        <p:nvSpPr>
          <p:cNvPr id="17" name="Tekstiruutu 16">
            <a:extLst>
              <a:ext uri="{FF2B5EF4-FFF2-40B4-BE49-F238E27FC236}">
                <a16:creationId xmlns:a16="http://schemas.microsoft.com/office/drawing/2014/main" id="{43D6AB08-D317-90D8-C921-CA4C936EEE23}"/>
              </a:ext>
            </a:extLst>
          </p:cNvPr>
          <p:cNvSpPr txBox="1"/>
          <p:nvPr/>
        </p:nvSpPr>
        <p:spPr>
          <a:xfrm>
            <a:off x="4094393" y="4333655"/>
            <a:ext cx="3730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i-FI" sz="800">
                <a:latin typeface="Arial" panose="020B0604020202020204" pitchFamily="34" charset="0"/>
                <a:cs typeface="Arial" panose="020B0604020202020204" pitchFamily="34" charset="0"/>
              </a:rPr>
              <a:t>Opiskelija osaa</a:t>
            </a:r>
          </a:p>
          <a:p>
            <a:pPr algn="l"/>
            <a:r>
              <a:rPr lang="fi-FI" sz="800">
                <a:latin typeface="Arial" panose="020B0604020202020204" pitchFamily="34" charset="0"/>
                <a:cs typeface="Arial" panose="020B0604020202020204" pitchFamily="34" charset="0"/>
              </a:rPr>
              <a:t>- valmistautua myyntityöhön</a:t>
            </a:r>
          </a:p>
          <a:p>
            <a:pPr algn="l"/>
            <a:r>
              <a:rPr lang="fi-FI" sz="800">
                <a:latin typeface="Arial" panose="020B0604020202020204" pitchFamily="34" charset="0"/>
                <a:cs typeface="Arial" panose="020B0604020202020204" pitchFamily="34" charset="0"/>
              </a:rPr>
              <a:t>- myydä</a:t>
            </a:r>
          </a:p>
          <a:p>
            <a:pPr algn="l"/>
            <a:r>
              <a:rPr lang="fi-FI" sz="800">
                <a:latin typeface="Arial" panose="020B0604020202020204" pitchFamily="34" charset="0"/>
                <a:cs typeface="Arial" panose="020B0604020202020204" pitchFamily="34" charset="0"/>
              </a:rPr>
              <a:t>- seurata, raportoida, selvittää ja arvioida  myyntityön kannalta keskeisiä asioita</a:t>
            </a:r>
          </a:p>
        </p:txBody>
      </p:sp>
      <p:grpSp>
        <p:nvGrpSpPr>
          <p:cNvPr id="21" name="Ryhmä 20">
            <a:extLst>
              <a:ext uri="{FF2B5EF4-FFF2-40B4-BE49-F238E27FC236}">
                <a16:creationId xmlns:a16="http://schemas.microsoft.com/office/drawing/2014/main" id="{29EB8533-7C81-198E-25E1-1FE75EF003A9}"/>
              </a:ext>
            </a:extLst>
          </p:cNvPr>
          <p:cNvGrpSpPr/>
          <p:nvPr/>
        </p:nvGrpSpPr>
        <p:grpSpPr>
          <a:xfrm>
            <a:off x="187331" y="1316047"/>
            <a:ext cx="2808772" cy="3600986"/>
            <a:chOff x="187331" y="1316047"/>
            <a:chExt cx="2808772" cy="3600986"/>
          </a:xfrm>
        </p:grpSpPr>
        <p:sp>
          <p:nvSpPr>
            <p:cNvPr id="18" name="Tekstiruutu 17">
              <a:extLst>
                <a:ext uri="{FF2B5EF4-FFF2-40B4-BE49-F238E27FC236}">
                  <a16:creationId xmlns:a16="http://schemas.microsoft.com/office/drawing/2014/main" id="{55F3FD3A-0766-34E7-82AF-F0157B36B1B0}"/>
                </a:ext>
              </a:extLst>
            </p:cNvPr>
            <p:cNvSpPr txBox="1"/>
            <p:nvPr/>
          </p:nvSpPr>
          <p:spPr>
            <a:xfrm rot="10800000" flipH="1" flipV="1">
              <a:off x="187331" y="1316047"/>
              <a:ext cx="2808772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SISÄLTÖ </a:t>
              </a:r>
            </a:p>
            <a:p>
              <a:pPr algn="l"/>
              <a:endPara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ESITTELY JA OHJAUSTA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0/7</a:t>
              </a:r>
            </a:p>
            <a:p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ITSENÄINEN SUORITTAMINEN</a:t>
              </a:r>
            </a:p>
            <a:p>
              <a:r>
                <a:rPr lang="fi-FI" sz="80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Ehdollinen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VALMISTAUTUMINEN MYYNTITYÖHÖN</a:t>
              </a:r>
            </a:p>
            <a:p>
              <a:pPr algn="l"/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0/7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MYYNTI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0/8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SEURANTA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0/3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4. ARVIOINTIKESKUSTELU, ITSEARVIOINTI OPPIMISESTA JA KURSSIN PALAUTTEEN ANTAMINEN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0/2</a:t>
              </a:r>
              <a:endParaRPr lang="fi-FI" sz="8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TJK JA NÄYTTÖ</a:t>
              </a:r>
            </a:p>
          </p:txBody>
        </p:sp>
        <p:pic>
          <p:nvPicPr>
            <p:cNvPr id="20" name="Kuva 19">
              <a:extLst>
                <a:ext uri="{FF2B5EF4-FFF2-40B4-BE49-F238E27FC236}">
                  <a16:creationId xmlns:a16="http://schemas.microsoft.com/office/drawing/2014/main" id="{63DAB3D7-213E-F538-BDFC-976F3BF81B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8674" b="92162"/>
            <a:stretch/>
          </p:blipFill>
          <p:spPr>
            <a:xfrm>
              <a:off x="2256472" y="1417398"/>
              <a:ext cx="338893" cy="389178"/>
            </a:xfrm>
            <a:prstGeom prst="rect">
              <a:avLst/>
            </a:prstGeom>
          </p:spPr>
        </p:pic>
      </p:grpSp>
      <p:pic>
        <p:nvPicPr>
          <p:cNvPr id="23" name="Kuva 22">
            <a:extLst>
              <a:ext uri="{FF2B5EF4-FFF2-40B4-BE49-F238E27FC236}">
                <a16:creationId xmlns:a16="http://schemas.microsoft.com/office/drawing/2014/main" id="{9A6F7C0C-8352-D679-D41E-1A030CE65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211" y="5013343"/>
            <a:ext cx="2569029" cy="489155"/>
          </a:xfrm>
          <a:prstGeom prst="rect">
            <a:avLst/>
          </a:prstGeom>
        </p:spPr>
      </p:pic>
      <p:pic>
        <p:nvPicPr>
          <p:cNvPr id="27" name="Kuva 26">
            <a:extLst>
              <a:ext uri="{FF2B5EF4-FFF2-40B4-BE49-F238E27FC236}">
                <a16:creationId xmlns:a16="http://schemas.microsoft.com/office/drawing/2014/main" id="{0C0689A1-02C0-A309-92D1-AEDC05EE82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8676" y="5515930"/>
            <a:ext cx="1728079" cy="302414"/>
          </a:xfrm>
          <a:prstGeom prst="rect">
            <a:avLst/>
          </a:prstGeom>
        </p:spPr>
      </p:pic>
      <p:pic>
        <p:nvPicPr>
          <p:cNvPr id="29" name="Kuva 28">
            <a:extLst>
              <a:ext uri="{FF2B5EF4-FFF2-40B4-BE49-F238E27FC236}">
                <a16:creationId xmlns:a16="http://schemas.microsoft.com/office/drawing/2014/main" id="{8C4C8CB4-AF8F-EA0B-6D07-80B054876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1008" y="5770844"/>
            <a:ext cx="2801411" cy="316881"/>
          </a:xfrm>
          <a:prstGeom prst="rect">
            <a:avLst/>
          </a:prstGeom>
        </p:spPr>
      </p:pic>
      <p:pic>
        <p:nvPicPr>
          <p:cNvPr id="31" name="Kuva 30">
            <a:extLst>
              <a:ext uri="{FF2B5EF4-FFF2-40B4-BE49-F238E27FC236}">
                <a16:creationId xmlns:a16="http://schemas.microsoft.com/office/drawing/2014/main" id="{A7D8096E-5CB8-AC3F-CE4F-5ED4AE854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1937" y="6081908"/>
            <a:ext cx="1728079" cy="318081"/>
          </a:xfrm>
          <a:prstGeom prst="rect">
            <a:avLst/>
          </a:prstGeom>
        </p:spPr>
      </p:pic>
      <p:pic>
        <p:nvPicPr>
          <p:cNvPr id="33" name="Kuva 32">
            <a:extLst>
              <a:ext uri="{FF2B5EF4-FFF2-40B4-BE49-F238E27FC236}">
                <a16:creationId xmlns:a16="http://schemas.microsoft.com/office/drawing/2014/main" id="{28D7A26C-FD49-B7FF-4177-9972D0A8DE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1565" y="6399991"/>
            <a:ext cx="1396188" cy="271344"/>
          </a:xfrm>
          <a:prstGeom prst="rect">
            <a:avLst/>
          </a:prstGeom>
        </p:spPr>
      </p:pic>
      <p:grpSp>
        <p:nvGrpSpPr>
          <p:cNvPr id="50" name="Ryhmä 49">
            <a:extLst>
              <a:ext uri="{FF2B5EF4-FFF2-40B4-BE49-F238E27FC236}">
                <a16:creationId xmlns:a16="http://schemas.microsoft.com/office/drawing/2014/main" id="{1D7BC5C7-A96B-88A8-1ED3-ACB4E2395B28}"/>
              </a:ext>
            </a:extLst>
          </p:cNvPr>
          <p:cNvGrpSpPr/>
          <p:nvPr/>
        </p:nvGrpSpPr>
        <p:grpSpPr>
          <a:xfrm>
            <a:off x="-28468" y="-1771"/>
            <a:ext cx="12220468" cy="1099208"/>
            <a:chOff x="-28468" y="-1771"/>
            <a:chExt cx="12220468" cy="1099208"/>
          </a:xfrm>
        </p:grpSpPr>
        <p:pic>
          <p:nvPicPr>
            <p:cNvPr id="2" name="Kuva 1">
              <a:extLst>
                <a:ext uri="{FF2B5EF4-FFF2-40B4-BE49-F238E27FC236}">
                  <a16:creationId xmlns:a16="http://schemas.microsoft.com/office/drawing/2014/main" id="{1A5E9CA7-52A3-4F6F-9B6A-EA61666F6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12192000" cy="1097437"/>
            </a:xfrm>
            <a:prstGeom prst="rect">
              <a:avLst/>
            </a:prstGeom>
          </p:spPr>
        </p:pic>
        <p:sp>
          <p:nvSpPr>
            <p:cNvPr id="39" name="Suorakulmio 38">
              <a:extLst>
                <a:ext uri="{FF2B5EF4-FFF2-40B4-BE49-F238E27FC236}">
                  <a16:creationId xmlns:a16="http://schemas.microsoft.com/office/drawing/2014/main" id="{F527B30E-713A-0791-71C0-F3FF364C19F1}"/>
                </a:ext>
              </a:extLst>
            </p:cNvPr>
            <p:cNvSpPr/>
            <p:nvPr/>
          </p:nvSpPr>
          <p:spPr>
            <a:xfrm>
              <a:off x="69669" y="8672"/>
              <a:ext cx="4024724" cy="190768"/>
            </a:xfrm>
            <a:prstGeom prst="rect">
              <a:avLst/>
            </a:prstGeom>
            <a:solidFill>
              <a:srgbClr val="2E1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0" name="Suorakulmio 39">
              <a:extLst>
                <a:ext uri="{FF2B5EF4-FFF2-40B4-BE49-F238E27FC236}">
                  <a16:creationId xmlns:a16="http://schemas.microsoft.com/office/drawing/2014/main" id="{66F10E0A-68A1-F4DB-E705-714691139126}"/>
                </a:ext>
              </a:extLst>
            </p:cNvPr>
            <p:cNvSpPr/>
            <p:nvPr/>
          </p:nvSpPr>
          <p:spPr>
            <a:xfrm>
              <a:off x="3614058" y="275126"/>
              <a:ext cx="687944" cy="369332"/>
            </a:xfrm>
            <a:prstGeom prst="rect">
              <a:avLst/>
            </a:prstGeom>
            <a:solidFill>
              <a:srgbClr val="2E1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1" name="Suorakulmio 40">
              <a:extLst>
                <a:ext uri="{FF2B5EF4-FFF2-40B4-BE49-F238E27FC236}">
                  <a16:creationId xmlns:a16="http://schemas.microsoft.com/office/drawing/2014/main" id="{27CFDD03-56A2-D4F7-E966-7940A5B8765B}"/>
                </a:ext>
              </a:extLst>
            </p:cNvPr>
            <p:cNvSpPr/>
            <p:nvPr/>
          </p:nvSpPr>
          <p:spPr>
            <a:xfrm>
              <a:off x="4232366" y="275126"/>
              <a:ext cx="618308" cy="231659"/>
            </a:xfrm>
            <a:prstGeom prst="rect">
              <a:avLst/>
            </a:prstGeom>
            <a:solidFill>
              <a:srgbClr val="492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2" name="Tasakylkinen kolmio 41">
              <a:extLst>
                <a:ext uri="{FF2B5EF4-FFF2-40B4-BE49-F238E27FC236}">
                  <a16:creationId xmlns:a16="http://schemas.microsoft.com/office/drawing/2014/main" id="{E748432F-1094-C113-5BD6-838A868F7A13}"/>
                </a:ext>
              </a:extLst>
            </p:cNvPr>
            <p:cNvSpPr/>
            <p:nvPr/>
          </p:nvSpPr>
          <p:spPr>
            <a:xfrm>
              <a:off x="4747537" y="53680"/>
              <a:ext cx="618308" cy="657131"/>
            </a:xfrm>
            <a:prstGeom prst="triangl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3" name="Tasakylkinen kolmio 42">
              <a:extLst>
                <a:ext uri="{FF2B5EF4-FFF2-40B4-BE49-F238E27FC236}">
                  <a16:creationId xmlns:a16="http://schemas.microsoft.com/office/drawing/2014/main" id="{545F3717-7946-0D34-2303-F025C895FABE}"/>
                </a:ext>
              </a:extLst>
            </p:cNvPr>
            <p:cNvSpPr/>
            <p:nvPr/>
          </p:nvSpPr>
          <p:spPr>
            <a:xfrm rot="17494889">
              <a:off x="4376235" y="324320"/>
              <a:ext cx="453806" cy="485108"/>
            </a:xfrm>
            <a:prstGeom prst="triangl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4" name="Suorakulmio 43">
              <a:extLst>
                <a:ext uri="{FF2B5EF4-FFF2-40B4-BE49-F238E27FC236}">
                  <a16:creationId xmlns:a16="http://schemas.microsoft.com/office/drawing/2014/main" id="{AF7FD2B3-0FF2-297E-8670-D6EE24E55753}"/>
                </a:ext>
              </a:extLst>
            </p:cNvPr>
            <p:cNvSpPr/>
            <p:nvPr/>
          </p:nvSpPr>
          <p:spPr>
            <a:xfrm rot="2444908">
              <a:off x="4129212" y="486653"/>
              <a:ext cx="313508" cy="302134"/>
            </a:xfrm>
            <a:prstGeom prst="rect">
              <a:avLst/>
            </a:prstGeom>
            <a:solidFill>
              <a:srgbClr val="1D14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5" name="Suorakulmio 44">
              <a:extLst>
                <a:ext uri="{FF2B5EF4-FFF2-40B4-BE49-F238E27FC236}">
                  <a16:creationId xmlns:a16="http://schemas.microsoft.com/office/drawing/2014/main" id="{8568B6C9-6FB9-608B-E6B8-9B8255B16AA2}"/>
                </a:ext>
              </a:extLst>
            </p:cNvPr>
            <p:cNvSpPr/>
            <p:nvPr/>
          </p:nvSpPr>
          <p:spPr>
            <a:xfrm rot="1630041">
              <a:off x="4652154" y="72586"/>
              <a:ext cx="313508" cy="263116"/>
            </a:xfrm>
            <a:prstGeom prst="rect">
              <a:avLst/>
            </a:prstGeom>
            <a:solidFill>
              <a:srgbClr val="492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47" name="Kuva 46" descr="Kuva, joka sisältää kohteen jalkineet, graafinen suunnittelu">
              <a:extLst>
                <a:ext uri="{FF2B5EF4-FFF2-40B4-BE49-F238E27FC236}">
                  <a16:creationId xmlns:a16="http://schemas.microsoft.com/office/drawing/2014/main" id="{E8C0031D-2CAC-7685-8050-2CDB73EB86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t="18128" b="54170"/>
            <a:stretch/>
          </p:blipFill>
          <p:spPr>
            <a:xfrm>
              <a:off x="3851937" y="4199"/>
              <a:ext cx="5640206" cy="1090312"/>
            </a:xfrm>
            <a:prstGeom prst="rect">
              <a:avLst/>
            </a:prstGeom>
          </p:spPr>
        </p:pic>
        <p:sp>
          <p:nvSpPr>
            <p:cNvPr id="48" name="Suorakulmio 47">
              <a:extLst>
                <a:ext uri="{FF2B5EF4-FFF2-40B4-BE49-F238E27FC236}">
                  <a16:creationId xmlns:a16="http://schemas.microsoft.com/office/drawing/2014/main" id="{1D437D87-622F-467C-8889-534A0FA46ED4}"/>
                </a:ext>
              </a:extLst>
            </p:cNvPr>
            <p:cNvSpPr/>
            <p:nvPr/>
          </p:nvSpPr>
          <p:spPr>
            <a:xfrm>
              <a:off x="-28468" y="0"/>
              <a:ext cx="3877060" cy="1097437"/>
            </a:xfrm>
            <a:prstGeom prst="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9" name="Suorakulmio 48">
              <a:extLst>
                <a:ext uri="{FF2B5EF4-FFF2-40B4-BE49-F238E27FC236}">
                  <a16:creationId xmlns:a16="http://schemas.microsoft.com/office/drawing/2014/main" id="{E8900671-3165-CCCC-34B5-1F0F256558BE}"/>
                </a:ext>
              </a:extLst>
            </p:cNvPr>
            <p:cNvSpPr/>
            <p:nvPr/>
          </p:nvSpPr>
          <p:spPr>
            <a:xfrm>
              <a:off x="8311055" y="-1771"/>
              <a:ext cx="3877060" cy="1097437"/>
            </a:xfrm>
            <a:prstGeom prst="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6" name="Tekstiruutu 5">
              <a:extLst>
                <a:ext uri="{FF2B5EF4-FFF2-40B4-BE49-F238E27FC236}">
                  <a16:creationId xmlns:a16="http://schemas.microsoft.com/office/drawing/2014/main" id="{EA97F51F-A6B8-1602-271E-C40FF8868A9A}"/>
                </a:ext>
              </a:extLst>
            </p:cNvPr>
            <p:cNvSpPr txBox="1"/>
            <p:nvPr/>
          </p:nvSpPr>
          <p:spPr>
            <a:xfrm>
              <a:off x="295499" y="276433"/>
              <a:ext cx="4712938" cy="492443"/>
            </a:xfrm>
            <a:prstGeom prst="rect">
              <a:avLst/>
            </a:prstGeom>
            <a:solidFill>
              <a:srgbClr val="00AEC7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fi-FI" sz="2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MYYNTITYÖ, 30 </a:t>
              </a:r>
              <a:r>
                <a:rPr lang="fi-FI" sz="26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osp</a:t>
              </a:r>
              <a:r>
                <a:rPr lang="fi-FI" sz="2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(2024)</a:t>
              </a:r>
            </a:p>
          </p:txBody>
        </p:sp>
      </p:grpSp>
      <p:sp>
        <p:nvSpPr>
          <p:cNvPr id="51" name="Tekstiruutu 50">
            <a:extLst>
              <a:ext uri="{FF2B5EF4-FFF2-40B4-BE49-F238E27FC236}">
                <a16:creationId xmlns:a16="http://schemas.microsoft.com/office/drawing/2014/main" id="{8E3AF18B-52E6-B93D-67E1-556D644BC986}"/>
              </a:ext>
            </a:extLst>
          </p:cNvPr>
          <p:cNvSpPr txBox="1"/>
          <p:nvPr/>
        </p:nvSpPr>
        <p:spPr>
          <a:xfrm>
            <a:off x="3930318" y="1436945"/>
            <a:ext cx="373046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fi-FI" sz="800">
                <a:latin typeface="Arial" panose="020B0604020202020204" pitchFamily="34" charset="0"/>
                <a:cs typeface="Arial" panose="020B0604020202020204" pitchFamily="34" charset="0"/>
              </a:rPr>
              <a:t>Tervetuloa mukaan kehittämään </a:t>
            </a:r>
            <a:r>
              <a:rPr lang="fi-FI" sz="800" err="1">
                <a:latin typeface="Arial" panose="020B0604020202020204" pitchFamily="34" charset="0"/>
                <a:cs typeface="Arial" panose="020B0604020202020204" pitchFamily="34" charset="0"/>
              </a:rPr>
              <a:t>myyyntityöosaamistasi</a:t>
            </a:r>
            <a:r>
              <a:rPr lang="fi-FI" sz="80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cxnSp>
        <p:nvCxnSpPr>
          <p:cNvPr id="52" name="Suora nuoliyhdysviiva 51">
            <a:extLst>
              <a:ext uri="{FF2B5EF4-FFF2-40B4-BE49-F238E27FC236}">
                <a16:creationId xmlns:a16="http://schemas.microsoft.com/office/drawing/2014/main" id="{A435B52E-24B3-AA9C-CB12-EDD7756CD79D}"/>
              </a:ext>
            </a:extLst>
          </p:cNvPr>
          <p:cNvCxnSpPr>
            <a:cxnSpLocks/>
          </p:cNvCxnSpPr>
          <p:nvPr/>
        </p:nvCxnSpPr>
        <p:spPr>
          <a:xfrm flipV="1">
            <a:off x="1897312" y="1316047"/>
            <a:ext cx="2067798" cy="486044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16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orakulmio 8">
            <a:extLst>
              <a:ext uri="{FF2B5EF4-FFF2-40B4-BE49-F238E27FC236}">
                <a16:creationId xmlns:a16="http://schemas.microsoft.com/office/drawing/2014/main" id="{7095B876-6378-42E3-B78F-DE8079704345}"/>
              </a:ext>
            </a:extLst>
          </p:cNvPr>
          <p:cNvSpPr/>
          <p:nvPr/>
        </p:nvSpPr>
        <p:spPr>
          <a:xfrm>
            <a:off x="10440537" y="0"/>
            <a:ext cx="1747578" cy="1419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pSp>
        <p:nvGrpSpPr>
          <p:cNvPr id="21" name="Ryhmä 20">
            <a:extLst>
              <a:ext uri="{FF2B5EF4-FFF2-40B4-BE49-F238E27FC236}">
                <a16:creationId xmlns:a16="http://schemas.microsoft.com/office/drawing/2014/main" id="{29EB8533-7C81-198E-25E1-1FE75EF003A9}"/>
              </a:ext>
            </a:extLst>
          </p:cNvPr>
          <p:cNvGrpSpPr/>
          <p:nvPr/>
        </p:nvGrpSpPr>
        <p:grpSpPr>
          <a:xfrm>
            <a:off x="187331" y="1316047"/>
            <a:ext cx="2808772" cy="3600986"/>
            <a:chOff x="187331" y="1316047"/>
            <a:chExt cx="2808772" cy="3600986"/>
          </a:xfrm>
        </p:grpSpPr>
        <p:sp>
          <p:nvSpPr>
            <p:cNvPr id="18" name="Tekstiruutu 17">
              <a:extLst>
                <a:ext uri="{FF2B5EF4-FFF2-40B4-BE49-F238E27FC236}">
                  <a16:creationId xmlns:a16="http://schemas.microsoft.com/office/drawing/2014/main" id="{55F3FD3A-0766-34E7-82AF-F0157B36B1B0}"/>
                </a:ext>
              </a:extLst>
            </p:cNvPr>
            <p:cNvSpPr txBox="1"/>
            <p:nvPr/>
          </p:nvSpPr>
          <p:spPr>
            <a:xfrm rot="10800000" flipH="1" flipV="1">
              <a:off x="187331" y="1316047"/>
              <a:ext cx="2808772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SISÄLTÖ </a:t>
              </a:r>
            </a:p>
            <a:p>
              <a:pPr algn="l"/>
              <a:endPara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ESITTELY JA OHJAUSTA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0/7</a:t>
              </a:r>
            </a:p>
            <a:p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ITSENÄINEN SUORITTAMINEN</a:t>
              </a:r>
            </a:p>
            <a:p>
              <a:r>
                <a:rPr lang="fi-FI" sz="80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Ehdollinen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VALMISTAUTUMINEN MYYNTITYÖHÖN</a:t>
              </a:r>
            </a:p>
            <a:p>
              <a:pPr algn="l"/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0/7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MYYNTI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0/8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SEURANTA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0/3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4. ARVIOINTIKESKUSTELU, ITSEARVIOINTI OPPIMISESTA JA KURSSIN PALAUTTEEN ANTAMINEN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0/2</a:t>
              </a:r>
              <a:endParaRPr lang="fi-FI" sz="8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TJK JA NÄYTTÖ</a:t>
              </a:r>
            </a:p>
          </p:txBody>
        </p:sp>
        <p:pic>
          <p:nvPicPr>
            <p:cNvPr id="20" name="Kuva 19">
              <a:extLst>
                <a:ext uri="{FF2B5EF4-FFF2-40B4-BE49-F238E27FC236}">
                  <a16:creationId xmlns:a16="http://schemas.microsoft.com/office/drawing/2014/main" id="{63DAB3D7-213E-F538-BDFC-976F3BF81B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8674" b="92162"/>
            <a:stretch/>
          </p:blipFill>
          <p:spPr>
            <a:xfrm>
              <a:off x="2256472" y="1417398"/>
              <a:ext cx="338893" cy="389178"/>
            </a:xfrm>
            <a:prstGeom prst="rect">
              <a:avLst/>
            </a:prstGeom>
          </p:spPr>
        </p:pic>
      </p:grpSp>
      <p:grpSp>
        <p:nvGrpSpPr>
          <p:cNvPr id="50" name="Ryhmä 49">
            <a:extLst>
              <a:ext uri="{FF2B5EF4-FFF2-40B4-BE49-F238E27FC236}">
                <a16:creationId xmlns:a16="http://schemas.microsoft.com/office/drawing/2014/main" id="{1D7BC5C7-A96B-88A8-1ED3-ACB4E2395B28}"/>
              </a:ext>
            </a:extLst>
          </p:cNvPr>
          <p:cNvGrpSpPr/>
          <p:nvPr/>
        </p:nvGrpSpPr>
        <p:grpSpPr>
          <a:xfrm>
            <a:off x="-28468" y="-1771"/>
            <a:ext cx="12220468" cy="1099208"/>
            <a:chOff x="-28468" y="-1771"/>
            <a:chExt cx="12220468" cy="1099208"/>
          </a:xfrm>
        </p:grpSpPr>
        <p:pic>
          <p:nvPicPr>
            <p:cNvPr id="2" name="Kuva 1">
              <a:extLst>
                <a:ext uri="{FF2B5EF4-FFF2-40B4-BE49-F238E27FC236}">
                  <a16:creationId xmlns:a16="http://schemas.microsoft.com/office/drawing/2014/main" id="{1A5E9CA7-52A3-4F6F-9B6A-EA61666F6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12192000" cy="1097437"/>
            </a:xfrm>
            <a:prstGeom prst="rect">
              <a:avLst/>
            </a:prstGeom>
          </p:spPr>
        </p:pic>
        <p:sp>
          <p:nvSpPr>
            <p:cNvPr id="39" name="Suorakulmio 38">
              <a:extLst>
                <a:ext uri="{FF2B5EF4-FFF2-40B4-BE49-F238E27FC236}">
                  <a16:creationId xmlns:a16="http://schemas.microsoft.com/office/drawing/2014/main" id="{F527B30E-713A-0791-71C0-F3FF364C19F1}"/>
                </a:ext>
              </a:extLst>
            </p:cNvPr>
            <p:cNvSpPr/>
            <p:nvPr/>
          </p:nvSpPr>
          <p:spPr>
            <a:xfrm>
              <a:off x="69669" y="8672"/>
              <a:ext cx="4024724" cy="190768"/>
            </a:xfrm>
            <a:prstGeom prst="rect">
              <a:avLst/>
            </a:prstGeom>
            <a:solidFill>
              <a:srgbClr val="2E1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0" name="Suorakulmio 39">
              <a:extLst>
                <a:ext uri="{FF2B5EF4-FFF2-40B4-BE49-F238E27FC236}">
                  <a16:creationId xmlns:a16="http://schemas.microsoft.com/office/drawing/2014/main" id="{66F10E0A-68A1-F4DB-E705-714691139126}"/>
                </a:ext>
              </a:extLst>
            </p:cNvPr>
            <p:cNvSpPr/>
            <p:nvPr/>
          </p:nvSpPr>
          <p:spPr>
            <a:xfrm>
              <a:off x="3614058" y="275126"/>
              <a:ext cx="687944" cy="369332"/>
            </a:xfrm>
            <a:prstGeom prst="rect">
              <a:avLst/>
            </a:prstGeom>
            <a:solidFill>
              <a:srgbClr val="2E1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1" name="Suorakulmio 40">
              <a:extLst>
                <a:ext uri="{FF2B5EF4-FFF2-40B4-BE49-F238E27FC236}">
                  <a16:creationId xmlns:a16="http://schemas.microsoft.com/office/drawing/2014/main" id="{27CFDD03-56A2-D4F7-E966-7940A5B8765B}"/>
                </a:ext>
              </a:extLst>
            </p:cNvPr>
            <p:cNvSpPr/>
            <p:nvPr/>
          </p:nvSpPr>
          <p:spPr>
            <a:xfrm>
              <a:off x="4232366" y="275126"/>
              <a:ext cx="618308" cy="231659"/>
            </a:xfrm>
            <a:prstGeom prst="rect">
              <a:avLst/>
            </a:prstGeom>
            <a:solidFill>
              <a:srgbClr val="492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2" name="Tasakylkinen kolmio 41">
              <a:extLst>
                <a:ext uri="{FF2B5EF4-FFF2-40B4-BE49-F238E27FC236}">
                  <a16:creationId xmlns:a16="http://schemas.microsoft.com/office/drawing/2014/main" id="{E748432F-1094-C113-5BD6-838A868F7A13}"/>
                </a:ext>
              </a:extLst>
            </p:cNvPr>
            <p:cNvSpPr/>
            <p:nvPr/>
          </p:nvSpPr>
          <p:spPr>
            <a:xfrm>
              <a:off x="4747537" y="53680"/>
              <a:ext cx="618308" cy="657131"/>
            </a:xfrm>
            <a:prstGeom prst="triangl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3" name="Tasakylkinen kolmio 42">
              <a:extLst>
                <a:ext uri="{FF2B5EF4-FFF2-40B4-BE49-F238E27FC236}">
                  <a16:creationId xmlns:a16="http://schemas.microsoft.com/office/drawing/2014/main" id="{545F3717-7946-0D34-2303-F025C895FABE}"/>
                </a:ext>
              </a:extLst>
            </p:cNvPr>
            <p:cNvSpPr/>
            <p:nvPr/>
          </p:nvSpPr>
          <p:spPr>
            <a:xfrm rot="17494889">
              <a:off x="4376235" y="324320"/>
              <a:ext cx="453806" cy="485108"/>
            </a:xfrm>
            <a:prstGeom prst="triangl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4" name="Suorakulmio 43">
              <a:extLst>
                <a:ext uri="{FF2B5EF4-FFF2-40B4-BE49-F238E27FC236}">
                  <a16:creationId xmlns:a16="http://schemas.microsoft.com/office/drawing/2014/main" id="{AF7FD2B3-0FF2-297E-8670-D6EE24E55753}"/>
                </a:ext>
              </a:extLst>
            </p:cNvPr>
            <p:cNvSpPr/>
            <p:nvPr/>
          </p:nvSpPr>
          <p:spPr>
            <a:xfrm rot="2444908">
              <a:off x="4129212" y="486653"/>
              <a:ext cx="313508" cy="302134"/>
            </a:xfrm>
            <a:prstGeom prst="rect">
              <a:avLst/>
            </a:prstGeom>
            <a:solidFill>
              <a:srgbClr val="1D14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5" name="Suorakulmio 44">
              <a:extLst>
                <a:ext uri="{FF2B5EF4-FFF2-40B4-BE49-F238E27FC236}">
                  <a16:creationId xmlns:a16="http://schemas.microsoft.com/office/drawing/2014/main" id="{8568B6C9-6FB9-608B-E6B8-9B8255B16AA2}"/>
                </a:ext>
              </a:extLst>
            </p:cNvPr>
            <p:cNvSpPr/>
            <p:nvPr/>
          </p:nvSpPr>
          <p:spPr>
            <a:xfrm rot="1630041">
              <a:off x="4652154" y="72586"/>
              <a:ext cx="313508" cy="263116"/>
            </a:xfrm>
            <a:prstGeom prst="rect">
              <a:avLst/>
            </a:prstGeom>
            <a:solidFill>
              <a:srgbClr val="492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47" name="Kuva 46" descr="Kuva, joka sisältää kohteen jalkineet, graafinen suunnittelu">
              <a:extLst>
                <a:ext uri="{FF2B5EF4-FFF2-40B4-BE49-F238E27FC236}">
                  <a16:creationId xmlns:a16="http://schemas.microsoft.com/office/drawing/2014/main" id="{E8C0031D-2CAC-7685-8050-2CDB73EB86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8128" b="54170"/>
            <a:stretch/>
          </p:blipFill>
          <p:spPr>
            <a:xfrm>
              <a:off x="3851937" y="4199"/>
              <a:ext cx="5640206" cy="1090312"/>
            </a:xfrm>
            <a:prstGeom prst="rect">
              <a:avLst/>
            </a:prstGeom>
          </p:spPr>
        </p:pic>
        <p:sp>
          <p:nvSpPr>
            <p:cNvPr id="48" name="Suorakulmio 47">
              <a:extLst>
                <a:ext uri="{FF2B5EF4-FFF2-40B4-BE49-F238E27FC236}">
                  <a16:creationId xmlns:a16="http://schemas.microsoft.com/office/drawing/2014/main" id="{1D437D87-622F-467C-8889-534A0FA46ED4}"/>
                </a:ext>
              </a:extLst>
            </p:cNvPr>
            <p:cNvSpPr/>
            <p:nvPr/>
          </p:nvSpPr>
          <p:spPr>
            <a:xfrm>
              <a:off x="-28468" y="0"/>
              <a:ext cx="3877060" cy="1097437"/>
            </a:xfrm>
            <a:prstGeom prst="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9" name="Suorakulmio 48">
              <a:extLst>
                <a:ext uri="{FF2B5EF4-FFF2-40B4-BE49-F238E27FC236}">
                  <a16:creationId xmlns:a16="http://schemas.microsoft.com/office/drawing/2014/main" id="{E8900671-3165-CCCC-34B5-1F0F256558BE}"/>
                </a:ext>
              </a:extLst>
            </p:cNvPr>
            <p:cNvSpPr/>
            <p:nvPr/>
          </p:nvSpPr>
          <p:spPr>
            <a:xfrm>
              <a:off x="8311055" y="-1771"/>
              <a:ext cx="3877060" cy="1097437"/>
            </a:xfrm>
            <a:prstGeom prst="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6" name="Tekstiruutu 5">
              <a:extLst>
                <a:ext uri="{FF2B5EF4-FFF2-40B4-BE49-F238E27FC236}">
                  <a16:creationId xmlns:a16="http://schemas.microsoft.com/office/drawing/2014/main" id="{EA97F51F-A6B8-1602-271E-C40FF8868A9A}"/>
                </a:ext>
              </a:extLst>
            </p:cNvPr>
            <p:cNvSpPr txBox="1"/>
            <p:nvPr/>
          </p:nvSpPr>
          <p:spPr>
            <a:xfrm>
              <a:off x="295499" y="276433"/>
              <a:ext cx="4712938" cy="492443"/>
            </a:xfrm>
            <a:prstGeom prst="rect">
              <a:avLst/>
            </a:prstGeom>
            <a:solidFill>
              <a:srgbClr val="00AEC7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fi-FI" sz="2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MYYNTITYÖ, 30 </a:t>
              </a:r>
              <a:r>
                <a:rPr lang="fi-FI" sz="26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osp</a:t>
              </a:r>
              <a:r>
                <a:rPr lang="fi-FI" sz="2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(2024)</a:t>
              </a:r>
            </a:p>
          </p:txBody>
        </p:sp>
      </p:grpSp>
      <p:cxnSp>
        <p:nvCxnSpPr>
          <p:cNvPr id="52" name="Suora nuoliyhdysviiva 51">
            <a:extLst>
              <a:ext uri="{FF2B5EF4-FFF2-40B4-BE49-F238E27FC236}">
                <a16:creationId xmlns:a16="http://schemas.microsoft.com/office/drawing/2014/main" id="{A435B52E-24B3-AA9C-CB12-EDD7756CD79D}"/>
              </a:ext>
            </a:extLst>
          </p:cNvPr>
          <p:cNvCxnSpPr>
            <a:cxnSpLocks/>
          </p:cNvCxnSpPr>
          <p:nvPr/>
        </p:nvCxnSpPr>
        <p:spPr>
          <a:xfrm flipV="1">
            <a:off x="2182341" y="1846949"/>
            <a:ext cx="1912052" cy="44567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uva 4">
            <a:extLst>
              <a:ext uri="{FF2B5EF4-FFF2-40B4-BE49-F238E27FC236}">
                <a16:creationId xmlns:a16="http://schemas.microsoft.com/office/drawing/2014/main" id="{1BCA178A-454D-4D7B-96D1-EB4C83190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778" y="1611987"/>
            <a:ext cx="3778444" cy="234962"/>
          </a:xfrm>
          <a:prstGeom prst="rect">
            <a:avLst/>
          </a:prstGeom>
        </p:spPr>
      </p:pic>
      <p:pic>
        <p:nvPicPr>
          <p:cNvPr id="28" name="Kuva 27">
            <a:extLst>
              <a:ext uri="{FF2B5EF4-FFF2-40B4-BE49-F238E27FC236}">
                <a16:creationId xmlns:a16="http://schemas.microsoft.com/office/drawing/2014/main" id="{8F49FAF8-D5E5-E9DC-161E-8AD5974F4F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3345" y="1865792"/>
            <a:ext cx="1695537" cy="558829"/>
          </a:xfrm>
          <a:prstGeom prst="rect">
            <a:avLst/>
          </a:prstGeom>
        </p:spPr>
      </p:pic>
      <p:sp>
        <p:nvSpPr>
          <p:cNvPr id="30" name="Tekstiruutu 29">
            <a:extLst>
              <a:ext uri="{FF2B5EF4-FFF2-40B4-BE49-F238E27FC236}">
                <a16:creationId xmlns:a16="http://schemas.microsoft.com/office/drawing/2014/main" id="{CC30215F-B42E-2D7E-8491-7DEE8FEB7535}"/>
              </a:ext>
            </a:extLst>
          </p:cNvPr>
          <p:cNvSpPr txBox="1"/>
          <p:nvPr/>
        </p:nvSpPr>
        <p:spPr>
          <a:xfrm>
            <a:off x="4294127" y="2292620"/>
            <a:ext cx="47810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VALMISTAUTUMINEN MYYNTITYÖHÖN</a:t>
            </a:r>
          </a:p>
          <a:p>
            <a:pPr lvl="1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1.1. Oppimateriaali</a:t>
            </a:r>
          </a:p>
          <a:p>
            <a:pPr lvl="1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1.2. Oppimateriaali</a:t>
            </a: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MYYNTI</a:t>
            </a:r>
          </a:p>
          <a:p>
            <a:pPr lvl="1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2.1. Oppimateriaali </a:t>
            </a:r>
          </a:p>
          <a:p>
            <a:pPr lvl="1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2.2. Oppimateriaali</a:t>
            </a: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SEURANTA</a:t>
            </a:r>
          </a:p>
          <a:p>
            <a:pPr lvl="1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3.1. Oppimateriaali </a:t>
            </a:r>
          </a:p>
          <a:p>
            <a:pPr lvl="1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3.2. Oppimateriaali</a:t>
            </a:r>
          </a:p>
          <a:p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5" name="Suorakulmio: Pyöristetyt kulmat 34">
            <a:extLst>
              <a:ext uri="{FF2B5EF4-FFF2-40B4-BE49-F238E27FC236}">
                <a16:creationId xmlns:a16="http://schemas.microsoft.com/office/drawing/2014/main" id="{55CBF337-EB03-7B4A-C392-9FB56589D945}"/>
              </a:ext>
            </a:extLst>
          </p:cNvPr>
          <p:cNvSpPr/>
          <p:nvPr/>
        </p:nvSpPr>
        <p:spPr>
          <a:xfrm>
            <a:off x="7920957" y="2069784"/>
            <a:ext cx="4177403" cy="3484455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err="1"/>
              <a:t>Huom</a:t>
            </a:r>
            <a:r>
              <a:rPr lang="fi-FI" sz="2400"/>
              <a:t>! Syksystä 2026 oppimateriaalit tuodaan vanhaan tapaan linkkinä mutta tehtävät Moodlen oppimisaktiviteettipalkkina.</a:t>
            </a:r>
          </a:p>
          <a:p>
            <a:pPr algn="ctr"/>
            <a:r>
              <a:rPr lang="fi-FI" sz="2400"/>
              <a:t>Ei vaikuta kuitenkaan tehtävien suunnitteluun millään lailla. </a:t>
            </a: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238545DA-22C9-70C7-E96F-26DEDD74B5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7528" y="4801903"/>
            <a:ext cx="3052720" cy="15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38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orakulmio 8">
            <a:extLst>
              <a:ext uri="{FF2B5EF4-FFF2-40B4-BE49-F238E27FC236}">
                <a16:creationId xmlns:a16="http://schemas.microsoft.com/office/drawing/2014/main" id="{7095B876-6378-42E3-B78F-DE8079704345}"/>
              </a:ext>
            </a:extLst>
          </p:cNvPr>
          <p:cNvSpPr/>
          <p:nvPr/>
        </p:nvSpPr>
        <p:spPr>
          <a:xfrm>
            <a:off x="10440537" y="0"/>
            <a:ext cx="1747578" cy="1419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grpSp>
        <p:nvGrpSpPr>
          <p:cNvPr id="21" name="Ryhmä 20">
            <a:extLst>
              <a:ext uri="{FF2B5EF4-FFF2-40B4-BE49-F238E27FC236}">
                <a16:creationId xmlns:a16="http://schemas.microsoft.com/office/drawing/2014/main" id="{29EB8533-7C81-198E-25E1-1FE75EF003A9}"/>
              </a:ext>
            </a:extLst>
          </p:cNvPr>
          <p:cNvGrpSpPr/>
          <p:nvPr/>
        </p:nvGrpSpPr>
        <p:grpSpPr>
          <a:xfrm>
            <a:off x="187331" y="1316047"/>
            <a:ext cx="2808772" cy="3600986"/>
            <a:chOff x="187331" y="1316047"/>
            <a:chExt cx="2808772" cy="3600986"/>
          </a:xfrm>
        </p:grpSpPr>
        <p:sp>
          <p:nvSpPr>
            <p:cNvPr id="18" name="Tekstiruutu 17">
              <a:extLst>
                <a:ext uri="{FF2B5EF4-FFF2-40B4-BE49-F238E27FC236}">
                  <a16:creationId xmlns:a16="http://schemas.microsoft.com/office/drawing/2014/main" id="{55F3FD3A-0766-34E7-82AF-F0157B36B1B0}"/>
                </a:ext>
              </a:extLst>
            </p:cNvPr>
            <p:cNvSpPr txBox="1"/>
            <p:nvPr/>
          </p:nvSpPr>
          <p:spPr>
            <a:xfrm rot="10800000" flipH="1" flipV="1">
              <a:off x="187331" y="1316047"/>
              <a:ext cx="2808772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SISÄLTÖ </a:t>
              </a:r>
            </a:p>
            <a:p>
              <a:pPr algn="l"/>
              <a:endParaRPr lang="fi-FI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ESITTELY JA OHJAUSTA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0/7</a:t>
              </a:r>
            </a:p>
            <a:p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ITSENÄINEN SUORITTAMINEN</a:t>
              </a:r>
            </a:p>
            <a:p>
              <a:r>
                <a:rPr lang="fi-FI" sz="80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Ehdollinen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VALMISTAUTUMINEN MYYNTITYÖHÖN</a:t>
              </a:r>
            </a:p>
            <a:p>
              <a:pPr algn="l"/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0/7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MYYNTI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0/8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3. SEURANTA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0/3</a:t>
              </a: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4. ARVIOINTIKESKUSTELU, ITSEARVIOINTI OPPIMISESTA JA KURSSIN PALAUTTEEN ANTAMINEN</a:t>
              </a:r>
            </a:p>
            <a:p>
              <a:r>
                <a:rPr lang="fi-FI" sz="8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Eteneminen 0/2</a:t>
              </a:r>
              <a:endParaRPr lang="fi-FI" sz="8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fi-FI" sz="1000">
                  <a:solidFill>
                    <a:srgbClr val="006FB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TJK JA NÄYTTÖ</a:t>
              </a:r>
            </a:p>
          </p:txBody>
        </p:sp>
        <p:pic>
          <p:nvPicPr>
            <p:cNvPr id="20" name="Kuva 19">
              <a:extLst>
                <a:ext uri="{FF2B5EF4-FFF2-40B4-BE49-F238E27FC236}">
                  <a16:creationId xmlns:a16="http://schemas.microsoft.com/office/drawing/2014/main" id="{63DAB3D7-213E-F538-BDFC-976F3BF81B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8674" b="92162"/>
            <a:stretch/>
          </p:blipFill>
          <p:spPr>
            <a:xfrm>
              <a:off x="2256472" y="1417398"/>
              <a:ext cx="338893" cy="389178"/>
            </a:xfrm>
            <a:prstGeom prst="rect">
              <a:avLst/>
            </a:prstGeom>
          </p:spPr>
        </p:pic>
      </p:grpSp>
      <p:grpSp>
        <p:nvGrpSpPr>
          <p:cNvPr id="50" name="Ryhmä 49">
            <a:extLst>
              <a:ext uri="{FF2B5EF4-FFF2-40B4-BE49-F238E27FC236}">
                <a16:creationId xmlns:a16="http://schemas.microsoft.com/office/drawing/2014/main" id="{1D7BC5C7-A96B-88A8-1ED3-ACB4E2395B28}"/>
              </a:ext>
            </a:extLst>
          </p:cNvPr>
          <p:cNvGrpSpPr/>
          <p:nvPr/>
        </p:nvGrpSpPr>
        <p:grpSpPr>
          <a:xfrm>
            <a:off x="-28468" y="-1771"/>
            <a:ext cx="12220468" cy="1099208"/>
            <a:chOff x="-28468" y="-1771"/>
            <a:chExt cx="12220468" cy="1099208"/>
          </a:xfrm>
        </p:grpSpPr>
        <p:pic>
          <p:nvPicPr>
            <p:cNvPr id="2" name="Kuva 1">
              <a:extLst>
                <a:ext uri="{FF2B5EF4-FFF2-40B4-BE49-F238E27FC236}">
                  <a16:creationId xmlns:a16="http://schemas.microsoft.com/office/drawing/2014/main" id="{1A5E9CA7-52A3-4F6F-9B6A-EA61666F6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1097437"/>
            </a:xfrm>
            <a:prstGeom prst="rect">
              <a:avLst/>
            </a:prstGeom>
          </p:spPr>
        </p:pic>
        <p:sp>
          <p:nvSpPr>
            <p:cNvPr id="39" name="Suorakulmio 38">
              <a:extLst>
                <a:ext uri="{FF2B5EF4-FFF2-40B4-BE49-F238E27FC236}">
                  <a16:creationId xmlns:a16="http://schemas.microsoft.com/office/drawing/2014/main" id="{F527B30E-713A-0791-71C0-F3FF364C19F1}"/>
                </a:ext>
              </a:extLst>
            </p:cNvPr>
            <p:cNvSpPr/>
            <p:nvPr/>
          </p:nvSpPr>
          <p:spPr>
            <a:xfrm>
              <a:off x="69669" y="8672"/>
              <a:ext cx="4024724" cy="190768"/>
            </a:xfrm>
            <a:prstGeom prst="rect">
              <a:avLst/>
            </a:prstGeom>
            <a:solidFill>
              <a:srgbClr val="2E1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0" name="Suorakulmio 39">
              <a:extLst>
                <a:ext uri="{FF2B5EF4-FFF2-40B4-BE49-F238E27FC236}">
                  <a16:creationId xmlns:a16="http://schemas.microsoft.com/office/drawing/2014/main" id="{66F10E0A-68A1-F4DB-E705-714691139126}"/>
                </a:ext>
              </a:extLst>
            </p:cNvPr>
            <p:cNvSpPr/>
            <p:nvPr/>
          </p:nvSpPr>
          <p:spPr>
            <a:xfrm>
              <a:off x="3614058" y="275126"/>
              <a:ext cx="687944" cy="369332"/>
            </a:xfrm>
            <a:prstGeom prst="rect">
              <a:avLst/>
            </a:prstGeom>
            <a:solidFill>
              <a:srgbClr val="2E1C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1" name="Suorakulmio 40">
              <a:extLst>
                <a:ext uri="{FF2B5EF4-FFF2-40B4-BE49-F238E27FC236}">
                  <a16:creationId xmlns:a16="http://schemas.microsoft.com/office/drawing/2014/main" id="{27CFDD03-56A2-D4F7-E966-7940A5B8765B}"/>
                </a:ext>
              </a:extLst>
            </p:cNvPr>
            <p:cNvSpPr/>
            <p:nvPr/>
          </p:nvSpPr>
          <p:spPr>
            <a:xfrm>
              <a:off x="4232366" y="275126"/>
              <a:ext cx="618308" cy="231659"/>
            </a:xfrm>
            <a:prstGeom prst="rect">
              <a:avLst/>
            </a:prstGeom>
            <a:solidFill>
              <a:srgbClr val="492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2" name="Tasakylkinen kolmio 41">
              <a:extLst>
                <a:ext uri="{FF2B5EF4-FFF2-40B4-BE49-F238E27FC236}">
                  <a16:creationId xmlns:a16="http://schemas.microsoft.com/office/drawing/2014/main" id="{E748432F-1094-C113-5BD6-838A868F7A13}"/>
                </a:ext>
              </a:extLst>
            </p:cNvPr>
            <p:cNvSpPr/>
            <p:nvPr/>
          </p:nvSpPr>
          <p:spPr>
            <a:xfrm>
              <a:off x="4747537" y="53680"/>
              <a:ext cx="618308" cy="657131"/>
            </a:xfrm>
            <a:prstGeom prst="triangl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3" name="Tasakylkinen kolmio 42">
              <a:extLst>
                <a:ext uri="{FF2B5EF4-FFF2-40B4-BE49-F238E27FC236}">
                  <a16:creationId xmlns:a16="http://schemas.microsoft.com/office/drawing/2014/main" id="{545F3717-7946-0D34-2303-F025C895FABE}"/>
                </a:ext>
              </a:extLst>
            </p:cNvPr>
            <p:cNvSpPr/>
            <p:nvPr/>
          </p:nvSpPr>
          <p:spPr>
            <a:xfrm rot="17494889">
              <a:off x="4376235" y="324320"/>
              <a:ext cx="453806" cy="485108"/>
            </a:xfrm>
            <a:prstGeom prst="triangl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4" name="Suorakulmio 43">
              <a:extLst>
                <a:ext uri="{FF2B5EF4-FFF2-40B4-BE49-F238E27FC236}">
                  <a16:creationId xmlns:a16="http://schemas.microsoft.com/office/drawing/2014/main" id="{AF7FD2B3-0FF2-297E-8670-D6EE24E55753}"/>
                </a:ext>
              </a:extLst>
            </p:cNvPr>
            <p:cNvSpPr/>
            <p:nvPr/>
          </p:nvSpPr>
          <p:spPr>
            <a:xfrm rot="2444908">
              <a:off x="4129212" y="486653"/>
              <a:ext cx="313508" cy="302134"/>
            </a:xfrm>
            <a:prstGeom prst="rect">
              <a:avLst/>
            </a:prstGeom>
            <a:solidFill>
              <a:srgbClr val="1D14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5" name="Suorakulmio 44">
              <a:extLst>
                <a:ext uri="{FF2B5EF4-FFF2-40B4-BE49-F238E27FC236}">
                  <a16:creationId xmlns:a16="http://schemas.microsoft.com/office/drawing/2014/main" id="{8568B6C9-6FB9-608B-E6B8-9B8255B16AA2}"/>
                </a:ext>
              </a:extLst>
            </p:cNvPr>
            <p:cNvSpPr/>
            <p:nvPr/>
          </p:nvSpPr>
          <p:spPr>
            <a:xfrm rot="1630041">
              <a:off x="4652154" y="72586"/>
              <a:ext cx="313508" cy="263116"/>
            </a:xfrm>
            <a:prstGeom prst="rect">
              <a:avLst/>
            </a:prstGeom>
            <a:solidFill>
              <a:srgbClr val="492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47" name="Kuva 46" descr="Kuva, joka sisältää kohteen jalkineet, graafinen suunnittelu">
              <a:extLst>
                <a:ext uri="{FF2B5EF4-FFF2-40B4-BE49-F238E27FC236}">
                  <a16:creationId xmlns:a16="http://schemas.microsoft.com/office/drawing/2014/main" id="{E8C0031D-2CAC-7685-8050-2CDB73EB86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8128" b="54170"/>
            <a:stretch/>
          </p:blipFill>
          <p:spPr>
            <a:xfrm>
              <a:off x="3851937" y="4199"/>
              <a:ext cx="5640206" cy="1090312"/>
            </a:xfrm>
            <a:prstGeom prst="rect">
              <a:avLst/>
            </a:prstGeom>
          </p:spPr>
        </p:pic>
        <p:sp>
          <p:nvSpPr>
            <p:cNvPr id="48" name="Suorakulmio 47">
              <a:extLst>
                <a:ext uri="{FF2B5EF4-FFF2-40B4-BE49-F238E27FC236}">
                  <a16:creationId xmlns:a16="http://schemas.microsoft.com/office/drawing/2014/main" id="{1D437D87-622F-467C-8889-534A0FA46ED4}"/>
                </a:ext>
              </a:extLst>
            </p:cNvPr>
            <p:cNvSpPr/>
            <p:nvPr/>
          </p:nvSpPr>
          <p:spPr>
            <a:xfrm>
              <a:off x="-28468" y="0"/>
              <a:ext cx="3877060" cy="1097437"/>
            </a:xfrm>
            <a:prstGeom prst="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49" name="Suorakulmio 48">
              <a:extLst>
                <a:ext uri="{FF2B5EF4-FFF2-40B4-BE49-F238E27FC236}">
                  <a16:creationId xmlns:a16="http://schemas.microsoft.com/office/drawing/2014/main" id="{E8900671-3165-CCCC-34B5-1F0F256558BE}"/>
                </a:ext>
              </a:extLst>
            </p:cNvPr>
            <p:cNvSpPr/>
            <p:nvPr/>
          </p:nvSpPr>
          <p:spPr>
            <a:xfrm>
              <a:off x="8311055" y="-1771"/>
              <a:ext cx="3877060" cy="1097437"/>
            </a:xfrm>
            <a:prstGeom prst="rect">
              <a:avLst/>
            </a:prstGeom>
            <a:solidFill>
              <a:srgbClr val="00AE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sp>
          <p:nvSpPr>
            <p:cNvPr id="6" name="Tekstiruutu 5">
              <a:extLst>
                <a:ext uri="{FF2B5EF4-FFF2-40B4-BE49-F238E27FC236}">
                  <a16:creationId xmlns:a16="http://schemas.microsoft.com/office/drawing/2014/main" id="{EA97F51F-A6B8-1602-271E-C40FF8868A9A}"/>
                </a:ext>
              </a:extLst>
            </p:cNvPr>
            <p:cNvSpPr txBox="1"/>
            <p:nvPr/>
          </p:nvSpPr>
          <p:spPr>
            <a:xfrm>
              <a:off x="295499" y="276433"/>
              <a:ext cx="4712938" cy="492443"/>
            </a:xfrm>
            <a:prstGeom prst="rect">
              <a:avLst/>
            </a:prstGeom>
            <a:solidFill>
              <a:srgbClr val="00AEC7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fi-FI" sz="2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MYYNTITYÖ, 30 </a:t>
              </a:r>
              <a:r>
                <a:rPr lang="fi-FI" sz="26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osp</a:t>
              </a:r>
              <a:r>
                <a:rPr lang="fi-FI" sz="2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(2024)</a:t>
              </a:r>
            </a:p>
          </p:txBody>
        </p:sp>
      </p:grpSp>
      <p:cxnSp>
        <p:nvCxnSpPr>
          <p:cNvPr id="52" name="Suora nuoliyhdysviiva 51">
            <a:extLst>
              <a:ext uri="{FF2B5EF4-FFF2-40B4-BE49-F238E27FC236}">
                <a16:creationId xmlns:a16="http://schemas.microsoft.com/office/drawing/2014/main" id="{A435B52E-24B3-AA9C-CB12-EDD7756CD79D}"/>
              </a:ext>
            </a:extLst>
          </p:cNvPr>
          <p:cNvCxnSpPr>
            <a:cxnSpLocks/>
          </p:cNvCxnSpPr>
          <p:nvPr/>
        </p:nvCxnSpPr>
        <p:spPr>
          <a:xfrm flipV="1">
            <a:off x="2872680" y="1665470"/>
            <a:ext cx="1306286" cy="1107514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Kuva 27">
            <a:extLst>
              <a:ext uri="{FF2B5EF4-FFF2-40B4-BE49-F238E27FC236}">
                <a16:creationId xmlns:a16="http://schemas.microsoft.com/office/drawing/2014/main" id="{8F49FAF8-D5E5-E9DC-161E-8AD5974F4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45" y="1865792"/>
            <a:ext cx="1695537" cy="558829"/>
          </a:xfrm>
          <a:prstGeom prst="rect">
            <a:avLst/>
          </a:prstGeom>
        </p:spPr>
      </p:pic>
      <p:sp>
        <p:nvSpPr>
          <p:cNvPr id="30" name="Tekstiruutu 29">
            <a:extLst>
              <a:ext uri="{FF2B5EF4-FFF2-40B4-BE49-F238E27FC236}">
                <a16:creationId xmlns:a16="http://schemas.microsoft.com/office/drawing/2014/main" id="{CC30215F-B42E-2D7E-8491-7DEE8FEB7535}"/>
              </a:ext>
            </a:extLst>
          </p:cNvPr>
          <p:cNvSpPr txBox="1"/>
          <p:nvPr/>
        </p:nvSpPr>
        <p:spPr>
          <a:xfrm>
            <a:off x="4337530" y="2424621"/>
            <a:ext cx="478100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AutoNum type="arabicPeriod"/>
            </a:pPr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Oppimateriaali</a:t>
            </a:r>
          </a:p>
          <a:p>
            <a:pPr marL="228600" indent="-228600" algn="l">
              <a:buAutoNum type="arabicPeriod"/>
            </a:pPr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Oppimateriaali</a:t>
            </a:r>
          </a:p>
          <a:p>
            <a:pPr marL="228600" indent="-228600" algn="l">
              <a:buAutoNum type="arabicPeriod"/>
            </a:pPr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Oppimateriaali</a:t>
            </a:r>
          </a:p>
          <a:p>
            <a:pPr algn="l"/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fi-FI" sz="1000">
                <a:solidFill>
                  <a:srgbClr val="006FB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7FCF6E77-6619-0B12-0801-EC177654AB7E}"/>
              </a:ext>
            </a:extLst>
          </p:cNvPr>
          <p:cNvSpPr txBox="1"/>
          <p:nvPr/>
        </p:nvSpPr>
        <p:spPr>
          <a:xfrm>
            <a:off x="4232366" y="1339599"/>
            <a:ext cx="610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i-FI" sz="1800">
                <a:latin typeface="Arial" panose="020B0604020202020204" pitchFamily="34" charset="0"/>
                <a:cs typeface="Arial" panose="020B0604020202020204" pitchFamily="34" charset="0"/>
              </a:rPr>
              <a:t>1. VALMISTAUTUMINEN MYYNTITYÖHÖN</a:t>
            </a:r>
          </a:p>
        </p:txBody>
      </p:sp>
      <p:sp>
        <p:nvSpPr>
          <p:cNvPr id="3" name="Suorakulmio: Pyöristetyt kulmat 2">
            <a:extLst>
              <a:ext uri="{FF2B5EF4-FFF2-40B4-BE49-F238E27FC236}">
                <a16:creationId xmlns:a16="http://schemas.microsoft.com/office/drawing/2014/main" id="{6F8C1F5D-54D3-6A66-8958-4E46385D3265}"/>
              </a:ext>
            </a:extLst>
          </p:cNvPr>
          <p:cNvSpPr/>
          <p:nvPr/>
        </p:nvSpPr>
        <p:spPr>
          <a:xfrm>
            <a:off x="7920957" y="2164084"/>
            <a:ext cx="4177403" cy="3484455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err="1"/>
              <a:t>Huom</a:t>
            </a:r>
            <a:r>
              <a:rPr lang="fi-FI" sz="2400"/>
              <a:t>! Syksystä 2026 oppimateriaalit tuodaan vanhaan tapaan linkkinä mutta tehtävät Moodlen oppimisaktiviteettipalkkina.</a:t>
            </a:r>
          </a:p>
          <a:p>
            <a:pPr algn="ctr"/>
            <a:r>
              <a:rPr lang="fi-FI" sz="2400"/>
              <a:t>Ei vaikuta kuitenkaan tehtävien suunnitteluun millään lailla. 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D23A7D45-A769-3F54-591E-C461237A79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0186" y="3865735"/>
            <a:ext cx="3052720" cy="150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68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DBEB5A-2210-2C2D-2FC1-7BBC2826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/>
              <a:t>2. Huomioitavia asioita tutkinnonosien rakentamisen suunnittelussa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A8D099B-7FF5-3705-BEFF-DBAAC476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1155"/>
            <a:ext cx="10427208" cy="499039"/>
          </a:xfrm>
        </p:spPr>
        <p:txBody>
          <a:bodyPr>
            <a:normAutofit fontScale="25000" lnSpcReduction="20000"/>
          </a:bodyPr>
          <a:lstStyle/>
          <a:p>
            <a:r>
              <a:rPr lang="fi-FI" sz="9600" b="1"/>
              <a:t>2.3. Pedagogiikka</a:t>
            </a:r>
            <a:endParaRPr lang="fi-FI" sz="96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 sz="7200"/>
              <a:t>Kurssin tehtävät ja oppimateriaalit</a:t>
            </a:r>
          </a:p>
          <a:p>
            <a:pPr marL="702900" lvl="1" indent="-342900"/>
            <a:r>
              <a:rPr lang="fi-FI" sz="7200"/>
              <a:t>Pedagogisesti kaksi pääkohderyhmää:</a:t>
            </a:r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8D668611-0799-F0CB-B22E-F9486ED56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627696"/>
              </p:ext>
            </p:extLst>
          </p:nvPr>
        </p:nvGraphicFramePr>
        <p:xfrm>
          <a:off x="100148" y="2914423"/>
          <a:ext cx="11991704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702">
                  <a:extLst>
                    <a:ext uri="{9D8B030D-6E8A-4147-A177-3AD203B41FA5}">
                      <a16:colId xmlns:a16="http://schemas.microsoft.com/office/drawing/2014/main" val="1504539179"/>
                    </a:ext>
                  </a:extLst>
                </a:gridCol>
                <a:gridCol w="5122001">
                  <a:extLst>
                    <a:ext uri="{9D8B030D-6E8A-4147-A177-3AD203B41FA5}">
                      <a16:colId xmlns:a16="http://schemas.microsoft.com/office/drawing/2014/main" val="3268577576"/>
                    </a:ext>
                  </a:extLst>
                </a:gridCol>
                <a:gridCol w="5122001">
                  <a:extLst>
                    <a:ext uri="{9D8B030D-6E8A-4147-A177-3AD203B41FA5}">
                      <a16:colId xmlns:a16="http://schemas.microsoft.com/office/drawing/2014/main" val="2258351834"/>
                    </a:ext>
                  </a:extLst>
                </a:gridCol>
              </a:tblGrid>
              <a:tr h="285977">
                <a:tc>
                  <a:txBody>
                    <a:bodyPr/>
                    <a:lstStyle/>
                    <a:p>
                      <a:endParaRPr lang="fi-FI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-194400">
                        <a:buFont typeface="+mj-lt"/>
                        <a:buNone/>
                      </a:pPr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LÄHIOPETUKSENA OPISKELEVAT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ITSENÄISESTI OPISKELEVAT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9651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Sisältää kohderyhmät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-388800"/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Nuoret oKampuksella oppimassa (lähiopetuksena)</a:t>
                      </a:r>
                    </a:p>
                    <a:p>
                      <a:pPr marL="0" lvl="0" indent="-388800"/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Erityistä tukea tarvitsevat opiskelijat (lähiopetuksena, pienryhmäohjaus)</a:t>
                      </a:r>
                    </a:p>
                    <a:p>
                      <a:endParaRPr lang="fi-FI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Pron perustutkinto-opiskelijat (itsenäisenä)</a:t>
                      </a:r>
                    </a:p>
                    <a:p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Pron perustutkinto-opiskelijat (lähiopetuksena)</a:t>
                      </a:r>
                    </a:p>
                    <a:p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Muutamia nuoria itsenäisenä opiskelijana (itsenäisenä)</a:t>
                      </a:r>
                    </a:p>
                    <a:p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Ohjaamon opiskelijat, työvaltaiset (itsenäisenä, pienryhmäohjaus)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9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5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Uutta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5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Keskeinen uudistus! </a:t>
                      </a:r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Kaikkien kurssien tehtävissä on huomioitava tekemällä oppiminen, ryhmätyöt, sosiaalisten taitojen kehittäminen, projektit, tekoälyn oppiminen ja rooli.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i-FI" sz="15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5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Keskeinen uudistus! </a:t>
                      </a:r>
                      <a:r>
                        <a:rPr lang="fi-FI" sz="15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Nämä erilliset i</a:t>
                      </a:r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tsenäisen suorittamisen tehtävät suunniteltu erityisesti aikuisopiskelijoita varten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(voi soveltuvin osin hyödyntää myös nuorten lähiopetuskurssin kanssa samoja tai nykyisiä tehtäviä).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i-FI" sz="150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50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Keskeinen uudistus! </a:t>
                      </a:r>
                      <a:r>
                        <a:rPr lang="fi-FI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Nuorille itsenäinen kurssin suorittaminen jatkossa vain ns. poikkeustapauksissa, jos edellytyksiä opiskella itsenäisesti.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84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238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DBEB5A-2210-2C2D-2FC1-7BBC2826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/>
              <a:t>2. Huomioitavia asioita tutkinnonosien rakentamisen suunnittelussa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A8D099B-7FF5-3705-BEFF-DBAAC476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11155"/>
            <a:ext cx="10427208" cy="499039"/>
          </a:xfrm>
        </p:spPr>
        <p:txBody>
          <a:bodyPr>
            <a:normAutofit/>
          </a:bodyPr>
          <a:lstStyle/>
          <a:p>
            <a:r>
              <a:rPr lang="fi-FI" b="1"/>
              <a:t>2.3. Pedagogiikka</a:t>
            </a:r>
            <a:endParaRPr lang="fi-FI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/>
          </a:p>
        </p:txBody>
      </p:sp>
      <p:graphicFrame>
        <p:nvGraphicFramePr>
          <p:cNvPr id="4" name="Taulukko 3">
            <a:extLst>
              <a:ext uri="{FF2B5EF4-FFF2-40B4-BE49-F238E27FC236}">
                <a16:creationId xmlns:a16="http://schemas.microsoft.com/office/drawing/2014/main" id="{8D668611-0799-F0CB-B22E-F9486ED56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31316"/>
              </p:ext>
            </p:extLst>
          </p:nvPr>
        </p:nvGraphicFramePr>
        <p:xfrm>
          <a:off x="100148" y="1962988"/>
          <a:ext cx="11991703" cy="4430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938">
                  <a:extLst>
                    <a:ext uri="{9D8B030D-6E8A-4147-A177-3AD203B41FA5}">
                      <a16:colId xmlns:a16="http://schemas.microsoft.com/office/drawing/2014/main" val="1504539179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3268577576"/>
                    </a:ext>
                  </a:extLst>
                </a:gridCol>
                <a:gridCol w="4784815">
                  <a:extLst>
                    <a:ext uri="{9D8B030D-6E8A-4147-A177-3AD203B41FA5}">
                      <a16:colId xmlns:a16="http://schemas.microsoft.com/office/drawing/2014/main" val="2258351834"/>
                    </a:ext>
                  </a:extLst>
                </a:gridCol>
              </a:tblGrid>
              <a:tr h="627016">
                <a:tc>
                  <a:txBody>
                    <a:bodyPr/>
                    <a:lstStyle/>
                    <a:p>
                      <a:endParaRPr lang="fi-FI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-194400">
                        <a:buFont typeface="+mj-lt"/>
                        <a:buNone/>
                      </a:pPr>
                      <a:r>
                        <a:rPr lang="fi-FI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LÄHIOPETUKSENA OPISKELEVAT</a:t>
                      </a:r>
                    </a:p>
                    <a:p>
                      <a:pPr marL="0" lvl="0" indent="-388800"/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Nuoret </a:t>
                      </a:r>
                      <a:r>
                        <a:rPr lang="fi-FI" sz="8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oKampuksella</a:t>
                      </a:r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oppimassa (lähiopetuksena)</a:t>
                      </a:r>
                    </a:p>
                    <a:p>
                      <a:pPr marL="0" lvl="0" indent="-388800"/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Erityistä tukea tarvitsevat opiskelijat (lähiopetuksena, pienryhmäohjaus)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ITSENÄISESTI OPISKELEVAT</a:t>
                      </a:r>
                    </a:p>
                    <a:p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fi-FI" sz="8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Pron</a:t>
                      </a:r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perustutkinto-opiskelijat (itsenäisenä sekä lähiopetuksena)</a:t>
                      </a:r>
                    </a:p>
                    <a:p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Muutamia nuoria itsenäisenä opiskelijana (itsenäisenä)</a:t>
                      </a:r>
                    </a:p>
                    <a:p>
                      <a:r>
                        <a:rPr lang="fi-FI" sz="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Ohjaamon opiskelijat, työvaltaiset (itsenäisenä, pienryhmäohjaus)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9651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Kurssin tehtävien sijainti </a:t>
                      </a:r>
                      <a:r>
                        <a:rPr lang="fi-FI" sz="1080" b="1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eKampuksella</a:t>
                      </a:r>
                      <a:endParaRPr lang="fi-FI" sz="108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Kurssin ammattitaitovaatimusosioiden 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Itsenäinen suorittaminen osion alla (kaikki tehtävät)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944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Pedagogiset ratkaisut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Oppimateriaalit ja tehtävät palvelevat lähiopetuksessa opiskelevia.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Oppimateriaalit ja tehtävät palvelevat itsenäisesti opiskelevia.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90778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Oppimateriaali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Monimuotoinen oppimateriaali (esim. ppt, pdf, videot, H5P, pelit…), jota opiskelija voi opiskella opettajan johdolla tai osin itsenäisesti.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Monimuotoinen oppimateriaali (esim. ppt, videot, pelit…), jota opiskelija voi opiskella itsenäisesti.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9973"/>
                  </a:ext>
                </a:extLst>
              </a:tr>
              <a:tr h="232714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Tehtävät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 u="sng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Monipuoliset tehtävät, joissa korostuu erityisesti tekemällä oppiminen, ryhmätyöt, sosiaalisten taitojen kehittäminen ja projektit. </a:t>
                      </a:r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Sisältää myös itsenäistä työskentelyä kehittäviä tehtäviä (esim. H5P).</a:t>
                      </a:r>
                    </a:p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Sama tehtävä voi palvella montaa ammattitaitovaatimuksen kriteeriä.</a:t>
                      </a:r>
                    </a:p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Pohdinta: Miten strategian painopiste vastuullisuus huomioidaan kokonaisuudessa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Itsenäisen suorittamisen tehtävät suunniteltu erityisesti aikuisopiskelijoita varten.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Monipuoliset tehtävät, joita itsenäisesti tekemällä opitaan ammattitaitovaatimusten sisältöjä.</a:t>
                      </a:r>
                    </a:p>
                    <a:p>
                      <a:endParaRPr lang="fi-FI" sz="108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323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Ohjaus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Opiskelijan oppimista ohjataan pääsääntöisesti lähiopetuksen aikana.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Opiskelijan oppimista ohjataan säännöllisesti </a:t>
                      </a:r>
                      <a:r>
                        <a:rPr lang="fi-FI" sz="108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eKampuksen</a:t>
                      </a:r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etätapaamisten aikana, ohjaamolla ja tehtävien palautusten yhteydessä.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90365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Tehtävien arviointi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Tehtävät arvioidaan arvosanalla 1-5 tai asteikolla hyväksytty/kesken/hylätty. Tehtävien arvioinnissa hyödynnetään paljon opettajan tekemää ”massa-arviointia” kun tehdään tehtäviä ryhmätöinä tai projektina.  Hyödynnetään myös opiskelijan itsearviointia, automaattista arviointia sekä vertaisarviointia (voi tehdä myös tunneilla).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Tehtävät arvioidaan arvosanalla 1-5 tai asteikolla hyväksytty/kesken/hylätty. Tehtävien arvioinnissa hyödynnetään opettajan tekemää arviointia, opiskelijan itsearviointia sekä automaattista arviointia.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66976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fi-FI" sz="108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Oppimisanalytiikka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Tulossa! Kurssien oppimisen edistyminen (prosentteina) näkyviin HOKS-ohjaajan raportille.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08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Tulossa! Kurssien oppimisen edistyminen näkyviin HOKS-ohjaajan raportille.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81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203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2DBEB5A-2210-2C2D-2FC1-7BBC2826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/>
              <a:t>2. Huomioitavia asioita tutkinnonosien rakentamisen suunnittelussa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A8D099B-7FF5-3705-BEFF-DBAAC476C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9999"/>
            <a:ext cx="10953206" cy="4711941"/>
          </a:xfrm>
        </p:spPr>
        <p:txBody>
          <a:bodyPr>
            <a:normAutofit/>
          </a:bodyPr>
          <a:lstStyle/>
          <a:p>
            <a:r>
              <a:rPr lang="fi-FI"/>
              <a:t>2.3. Pedagogiikka</a:t>
            </a:r>
          </a:p>
          <a:p>
            <a:pPr marL="702900" lvl="1" indent="-342900"/>
            <a:r>
              <a:rPr lang="fi-FI"/>
              <a:t>Vinkkejä tehtävien miettimiseen</a:t>
            </a:r>
          </a:p>
          <a:p>
            <a:pPr marL="1062900" lvl="2" indent="-342900"/>
            <a:r>
              <a:rPr lang="fi-FI"/>
              <a:t>Mieti kurssin punainen lanka? </a:t>
            </a:r>
          </a:p>
          <a:p>
            <a:pPr marL="1422900" lvl="3" indent="-342900"/>
            <a:r>
              <a:rPr lang="fi-FI"/>
              <a:t>olisiko joku kehystarina (sama teema läpi kurssin),</a:t>
            </a:r>
          </a:p>
          <a:p>
            <a:pPr marL="1422900" lvl="3" indent="-342900"/>
            <a:r>
              <a:rPr lang="fi-FI"/>
              <a:t>tai iso kokonaisuus, kuten opitaan kurssin sisältö projektissa työskennellen,</a:t>
            </a:r>
          </a:p>
          <a:p>
            <a:pPr marL="1062900" lvl="2" indent="-342900"/>
            <a:r>
              <a:rPr lang="fi-FI"/>
              <a:t>Projektioppiminen</a:t>
            </a:r>
          </a:p>
          <a:p>
            <a:pPr marL="1422900" lvl="3" indent="-342900"/>
            <a:r>
              <a:rPr lang="fi-FI"/>
              <a:t>Voisiko </a:t>
            </a:r>
            <a:r>
              <a:rPr lang="fi-FI" err="1"/>
              <a:t>yto</a:t>
            </a:r>
            <a:r>
              <a:rPr lang="fi-FI"/>
              <a:t>-opintoihinkin kuulua joku projekti?</a:t>
            </a:r>
          </a:p>
          <a:p>
            <a:pPr marL="1062900" lvl="2" indent="-342900"/>
            <a:r>
              <a:rPr lang="fi-FI"/>
              <a:t>Jatkossakin mieluusti voi olla mm. useampi ope samaa projektia opettamassa/vetämässä.</a:t>
            </a:r>
          </a:p>
          <a:p>
            <a:pPr marL="702900" lvl="1" indent="-342900"/>
            <a:r>
              <a:rPr lang="fi-FI"/>
              <a:t>Oppimisanalytiikka</a:t>
            </a:r>
          </a:p>
          <a:p>
            <a:pPr marL="1062900" lvl="2" indent="-342900"/>
            <a:r>
              <a:rPr lang="fi-FI"/>
              <a:t>Jotta voimme jatkossa hyödyntää oppimisanalytiikkaa, tarvitsee oppimisen kehittyminen merkitä johonkin järjestelmään = </a:t>
            </a:r>
            <a:r>
              <a:rPr lang="fi-FI" err="1"/>
              <a:t>eKampukselle</a:t>
            </a:r>
            <a:r>
              <a:rPr lang="fi-FI"/>
              <a:t> merkintä, että tehtävä tehty tai kurssi suoritettu.</a:t>
            </a:r>
          </a:p>
          <a:p>
            <a:pPr marL="1062900" lvl="2" indent="-342900"/>
            <a:endParaRPr lang="fi-FI"/>
          </a:p>
          <a:p>
            <a:pPr marL="702900" lvl="1" indent="-342900"/>
            <a:endParaRPr lang="fi-FI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69235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kstiruutu 42">
            <a:extLst>
              <a:ext uri="{FF2B5EF4-FFF2-40B4-BE49-F238E27FC236}">
                <a16:creationId xmlns:a16="http://schemas.microsoft.com/office/drawing/2014/main" id="{C926EEAB-7A22-FBAB-267A-E5F75A222995}"/>
              </a:ext>
            </a:extLst>
          </p:cNvPr>
          <p:cNvSpPr txBox="1"/>
          <p:nvPr/>
        </p:nvSpPr>
        <p:spPr>
          <a:xfrm>
            <a:off x="7884068" y="2755"/>
            <a:ext cx="4307932" cy="224676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fi-FI" sz="1000" b="1">
                <a:latin typeface="Arial" panose="020B0604020202020204" pitchFamily="34" charset="0"/>
                <a:cs typeface="Arial" panose="020B0604020202020204" pitchFamily="34" charset="0"/>
              </a:rPr>
              <a:t>1.Opettajien koulutus </a:t>
            </a:r>
            <a:r>
              <a:rPr lang="fi-FI" sz="1000" b="1" err="1">
                <a:latin typeface="Arial" panose="020B0604020202020204" pitchFamily="34" charset="0"/>
                <a:cs typeface="Arial" panose="020B0604020202020204" pitchFamily="34" charset="0"/>
              </a:rPr>
              <a:t>ryhmäyttämisen</a:t>
            </a:r>
            <a:r>
              <a:rPr lang="fi-FI" sz="1000" b="1">
                <a:latin typeface="Arial" panose="020B0604020202020204" pitchFamily="34" charset="0"/>
                <a:cs typeface="Arial" panose="020B0604020202020204" pitchFamily="34" charset="0"/>
              </a:rPr>
              <a:t> keinoihin (didaktiikka)</a:t>
            </a:r>
          </a:p>
          <a:p>
            <a:pPr algn="l"/>
            <a:r>
              <a:rPr lang="fi-FI" sz="1000" b="1">
                <a:latin typeface="Arial" panose="020B0604020202020204" pitchFamily="34" charset="0"/>
                <a:cs typeface="Arial" panose="020B0604020202020204" pitchFamily="34" charset="0"/>
              </a:rPr>
              <a:t>Yleistä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 Kaikilla kursseilla jonkinlainen projekti (pienikin)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Polkukohtaiset </a:t>
            </a:r>
            <a:r>
              <a:rPr lang="fi-FI" sz="1000" err="1">
                <a:latin typeface="Arial" panose="020B0604020202020204" pitchFamily="34" charset="0"/>
                <a:cs typeface="Arial" panose="020B0604020202020204" pitchFamily="34" charset="0"/>
              </a:rPr>
              <a:t>ýritysvierailut</a:t>
            </a:r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 kursseittain</a:t>
            </a:r>
          </a:p>
          <a:p>
            <a:pPr algn="l"/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Koneeton luokka ryhmätöille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Suunnitelma: ykkösten </a:t>
            </a:r>
            <a:r>
              <a:rPr lang="fi-FI" sz="1000" err="1">
                <a:latin typeface="Arial" panose="020B0604020202020204" pitchFamily="34" charset="0"/>
                <a:cs typeface="Arial" panose="020B0604020202020204" pitchFamily="34" charset="0"/>
              </a:rPr>
              <a:t>hokstuntien</a:t>
            </a:r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 toimintasuunnitelma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Huoltajien mukaanotto toimintaan</a:t>
            </a:r>
          </a:p>
          <a:p>
            <a:r>
              <a:rPr lang="fi-FI" sz="1000" b="1">
                <a:latin typeface="Arial" panose="020B0604020202020204" pitchFamily="34" charset="0"/>
                <a:cs typeface="Arial" panose="020B0604020202020204" pitchFamily="34" charset="0"/>
              </a:rPr>
              <a:t>Opiskelijoiden ryhmätyötaidot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fi-FI" sz="1000" err="1">
                <a:latin typeface="Arial" panose="020B0604020202020204" pitchFamily="34" charset="0"/>
                <a:cs typeface="Arial" panose="020B0604020202020204" pitchFamily="34" charset="0"/>
              </a:rPr>
              <a:t>Ryhmäyttäminen</a:t>
            </a:r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 kursseilla </a:t>
            </a:r>
            <a:r>
              <a:rPr lang="fi-FI" sz="1000" err="1">
                <a:latin typeface="Arial" panose="020B0604020202020204" pitchFamily="34" charset="0"/>
                <a:cs typeface="Arial" panose="020B0604020202020204" pitchFamily="34" charset="0"/>
              </a:rPr>
              <a:t>tjk:n</a:t>
            </a:r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 jälkeen tärkeää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Rohkeasti ryhmätöitä ja parien sekoittamista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Istumajärjestysmuutokset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Kirjallisen tehtävän kääntäminen keskusteluksi, paneeliksi, ryhmätyöksi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fi-FI" sz="1000" err="1">
                <a:latin typeface="Arial" panose="020B0604020202020204" pitchFamily="34" charset="0"/>
                <a:cs typeface="Arial" panose="020B0604020202020204" pitchFamily="34" charset="0"/>
              </a:rPr>
              <a:t>Ryhmäyttämisen</a:t>
            </a:r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 materiaalipankki kaikkien käytössä</a:t>
            </a:r>
          </a:p>
          <a:p>
            <a:r>
              <a:rPr lang="fi-FI" sz="1000">
                <a:latin typeface="Arial" panose="020B0604020202020204" pitchFamily="34" charset="0"/>
                <a:cs typeface="Arial" panose="020B0604020202020204" pitchFamily="34" charset="0"/>
              </a:rPr>
              <a:t>- Väittelytaitotreeni</a:t>
            </a:r>
          </a:p>
        </p:txBody>
      </p:sp>
      <p:sp>
        <p:nvSpPr>
          <p:cNvPr id="49" name="Suorakulmio: Pyöristetyt kulmat 48">
            <a:extLst>
              <a:ext uri="{FF2B5EF4-FFF2-40B4-BE49-F238E27FC236}">
                <a16:creationId xmlns:a16="http://schemas.microsoft.com/office/drawing/2014/main" id="{D3B72B18-3D24-B45B-CAB4-6937F5A6ABE7}"/>
              </a:ext>
            </a:extLst>
          </p:cNvPr>
          <p:cNvSpPr/>
          <p:nvPr/>
        </p:nvSpPr>
        <p:spPr>
          <a:xfrm>
            <a:off x="70647" y="2441042"/>
            <a:ext cx="8830574" cy="244128"/>
          </a:xfrm>
          <a:prstGeom prst="roundRect">
            <a:avLst/>
          </a:prstGeom>
          <a:solidFill>
            <a:schemeClr val="accent1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Mercafe</a:t>
            </a:r>
            <a:r>
              <a:rPr lang="fi-FI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fi-FI" sz="12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Mecuria</a:t>
            </a:r>
            <a:r>
              <a:rPr lang="fi-FI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Shop aina osana Asiakaspalveluopetusta ykkösille</a:t>
            </a:r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1D7CA315-0697-70BA-361F-21AB640E6C93}"/>
              </a:ext>
            </a:extLst>
          </p:cNvPr>
          <p:cNvSpPr txBox="1"/>
          <p:nvPr/>
        </p:nvSpPr>
        <p:spPr>
          <a:xfrm>
            <a:off x="144753" y="825079"/>
            <a:ext cx="5456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i-FI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Pedagogisia ratkaisuja tukemassa oppimista ja ryhmäytymistä (</a:t>
            </a:r>
            <a:r>
              <a:rPr lang="fi-FI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opinnollistettu</a:t>
            </a:r>
            <a:r>
              <a:rPr lang="fi-FI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Tekstiruutu 15">
            <a:extLst>
              <a:ext uri="{FF2B5EF4-FFF2-40B4-BE49-F238E27FC236}">
                <a16:creationId xmlns:a16="http://schemas.microsoft.com/office/drawing/2014/main" id="{91BDA412-62C5-1933-3BE3-F9EF344A2FD6}"/>
              </a:ext>
            </a:extLst>
          </p:cNvPr>
          <p:cNvSpPr txBox="1"/>
          <p:nvPr/>
        </p:nvSpPr>
        <p:spPr>
          <a:xfrm>
            <a:off x="127951" y="6082831"/>
            <a:ext cx="60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i-FI" b="1">
                <a:solidFill>
                  <a:srgbClr val="E443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Muut tapahtumat (perinteet)</a:t>
            </a:r>
          </a:p>
        </p:txBody>
      </p:sp>
      <p:graphicFrame>
        <p:nvGraphicFramePr>
          <p:cNvPr id="3" name="Kaaviokuva 2">
            <a:extLst>
              <a:ext uri="{FF2B5EF4-FFF2-40B4-BE49-F238E27FC236}">
                <a16:creationId xmlns:a16="http://schemas.microsoft.com/office/drawing/2014/main" id="{9EADA0C8-DB22-D884-DE45-0BA19B95CA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296160"/>
              </p:ext>
            </p:extLst>
          </p:nvPr>
        </p:nvGraphicFramePr>
        <p:xfrm>
          <a:off x="15944" y="2796363"/>
          <a:ext cx="12192000" cy="1830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uorakulmio: Pyöristetyt kulmat 5">
            <a:extLst>
              <a:ext uri="{FF2B5EF4-FFF2-40B4-BE49-F238E27FC236}">
                <a16:creationId xmlns:a16="http://schemas.microsoft.com/office/drawing/2014/main" id="{C353F9F3-BBFF-1B62-D6CE-99F247CFE232}"/>
              </a:ext>
            </a:extLst>
          </p:cNvPr>
          <p:cNvSpPr/>
          <p:nvPr/>
        </p:nvSpPr>
        <p:spPr>
          <a:xfrm>
            <a:off x="3790735" y="1974689"/>
            <a:ext cx="1511999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Etiketti 1</a:t>
            </a:r>
          </a:p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Gaala (1 . Vuosi)</a:t>
            </a:r>
          </a:p>
        </p:txBody>
      </p:sp>
      <p:sp>
        <p:nvSpPr>
          <p:cNvPr id="19" name="Suorakulmio: Pyöristetyt kulmat 18">
            <a:extLst>
              <a:ext uri="{FF2B5EF4-FFF2-40B4-BE49-F238E27FC236}">
                <a16:creationId xmlns:a16="http://schemas.microsoft.com/office/drawing/2014/main" id="{6246B0A5-E272-1C23-77FF-559A923A050A}"/>
              </a:ext>
            </a:extLst>
          </p:cNvPr>
          <p:cNvSpPr/>
          <p:nvPr/>
        </p:nvSpPr>
        <p:spPr>
          <a:xfrm>
            <a:off x="5837401" y="1970604"/>
            <a:ext cx="1512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Etiketti 2 </a:t>
            </a:r>
          </a:p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Gaala (2 . Vuosi) </a:t>
            </a:r>
          </a:p>
        </p:txBody>
      </p:sp>
      <p:sp>
        <p:nvSpPr>
          <p:cNvPr id="38" name="Suorakulmio: Pyöristetyt kulmat 37">
            <a:extLst>
              <a:ext uri="{FF2B5EF4-FFF2-40B4-BE49-F238E27FC236}">
                <a16:creationId xmlns:a16="http://schemas.microsoft.com/office/drawing/2014/main" id="{6E9B8D5D-B6E6-ADAB-BC38-3AC0F4B35FF0}"/>
              </a:ext>
            </a:extLst>
          </p:cNvPr>
          <p:cNvSpPr/>
          <p:nvPr/>
        </p:nvSpPr>
        <p:spPr>
          <a:xfrm>
            <a:off x="168439" y="1540323"/>
            <a:ext cx="1116000" cy="360000"/>
          </a:xfrm>
          <a:prstGeom prst="roundRect">
            <a:avLst/>
          </a:prstGeom>
          <a:solidFill>
            <a:schemeClr val="accent1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Firmaviikko 1 (aloittavat)</a:t>
            </a:r>
          </a:p>
        </p:txBody>
      </p:sp>
      <p:sp>
        <p:nvSpPr>
          <p:cNvPr id="39" name="Suorakulmio: Pyöristetyt kulmat 38">
            <a:extLst>
              <a:ext uri="{FF2B5EF4-FFF2-40B4-BE49-F238E27FC236}">
                <a16:creationId xmlns:a16="http://schemas.microsoft.com/office/drawing/2014/main" id="{C16FE782-8BD5-0752-4CF0-8277D6D5D516}"/>
              </a:ext>
            </a:extLst>
          </p:cNvPr>
          <p:cNvSpPr/>
          <p:nvPr/>
        </p:nvSpPr>
        <p:spPr>
          <a:xfrm>
            <a:off x="186700" y="1977392"/>
            <a:ext cx="1116000" cy="360000"/>
          </a:xfrm>
          <a:prstGeom prst="roundRect">
            <a:avLst/>
          </a:prstGeom>
          <a:solidFill>
            <a:schemeClr val="accent1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Firmaviikko 2 (poluittain)</a:t>
            </a:r>
          </a:p>
        </p:txBody>
      </p:sp>
      <p:sp>
        <p:nvSpPr>
          <p:cNvPr id="40" name="Suorakulmio: Pyöristetyt kulmat 39">
            <a:extLst>
              <a:ext uri="{FF2B5EF4-FFF2-40B4-BE49-F238E27FC236}">
                <a16:creationId xmlns:a16="http://schemas.microsoft.com/office/drawing/2014/main" id="{12F21498-0059-8581-9236-B9DF43955440}"/>
              </a:ext>
            </a:extLst>
          </p:cNvPr>
          <p:cNvSpPr/>
          <p:nvPr/>
        </p:nvSpPr>
        <p:spPr>
          <a:xfrm>
            <a:off x="2606111" y="2779925"/>
            <a:ext cx="1404000" cy="540000"/>
          </a:xfrm>
          <a:prstGeom prst="round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Kurssien tuotosten esittelymessut (palkintoja)</a:t>
            </a:r>
          </a:p>
        </p:txBody>
      </p:sp>
      <p:sp>
        <p:nvSpPr>
          <p:cNvPr id="44" name="Suorakulmio: Pyöristetyt kulmat 43">
            <a:extLst>
              <a:ext uri="{FF2B5EF4-FFF2-40B4-BE49-F238E27FC236}">
                <a16:creationId xmlns:a16="http://schemas.microsoft.com/office/drawing/2014/main" id="{DFA2202B-86D3-8408-B076-37A4ECFB03ED}"/>
              </a:ext>
            </a:extLst>
          </p:cNvPr>
          <p:cNvSpPr/>
          <p:nvPr/>
        </p:nvSpPr>
        <p:spPr>
          <a:xfrm>
            <a:off x="7135884" y="2893181"/>
            <a:ext cx="936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Koneeton viikko</a:t>
            </a:r>
          </a:p>
        </p:txBody>
      </p:sp>
      <p:sp>
        <p:nvSpPr>
          <p:cNvPr id="52" name="Suorakulmio: Pyöristetyt kulmat 51">
            <a:extLst>
              <a:ext uri="{FF2B5EF4-FFF2-40B4-BE49-F238E27FC236}">
                <a16:creationId xmlns:a16="http://schemas.microsoft.com/office/drawing/2014/main" id="{B42623C3-274E-4F88-C088-B53BB9EB7937}"/>
              </a:ext>
            </a:extLst>
          </p:cNvPr>
          <p:cNvSpPr/>
          <p:nvPr/>
        </p:nvSpPr>
        <p:spPr>
          <a:xfrm>
            <a:off x="404268" y="5680722"/>
            <a:ext cx="9899508" cy="207042"/>
          </a:xfrm>
          <a:prstGeom prst="roundRect">
            <a:avLst/>
          </a:prstGeom>
          <a:solidFill>
            <a:srgbClr val="E443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Tutortoiminta ykkösiä varten jatkuu koko vuoden</a:t>
            </a:r>
          </a:p>
        </p:txBody>
      </p:sp>
      <p:sp>
        <p:nvSpPr>
          <p:cNvPr id="56" name="Suorakulmio: Pyöristetyt kulmat 55">
            <a:extLst>
              <a:ext uri="{FF2B5EF4-FFF2-40B4-BE49-F238E27FC236}">
                <a16:creationId xmlns:a16="http://schemas.microsoft.com/office/drawing/2014/main" id="{968971B9-D41F-9BC9-90D0-7E5AB07884C6}"/>
              </a:ext>
            </a:extLst>
          </p:cNvPr>
          <p:cNvSpPr/>
          <p:nvPr/>
        </p:nvSpPr>
        <p:spPr>
          <a:xfrm>
            <a:off x="1456995" y="1982171"/>
            <a:ext cx="1116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Nuuksiopäivä</a:t>
            </a:r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ykkösille</a:t>
            </a:r>
          </a:p>
        </p:txBody>
      </p:sp>
      <p:sp>
        <p:nvSpPr>
          <p:cNvPr id="58" name="Suorakulmio: Pyöristetyt kulmat 57">
            <a:extLst>
              <a:ext uri="{FF2B5EF4-FFF2-40B4-BE49-F238E27FC236}">
                <a16:creationId xmlns:a16="http://schemas.microsoft.com/office/drawing/2014/main" id="{EB897803-C158-ACD9-5D94-4E68B8F23023}"/>
              </a:ext>
            </a:extLst>
          </p:cNvPr>
          <p:cNvSpPr/>
          <p:nvPr/>
        </p:nvSpPr>
        <p:spPr>
          <a:xfrm>
            <a:off x="994289" y="2861362"/>
            <a:ext cx="119551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Ilmaisutaidon kurssi ykkösille</a:t>
            </a:r>
          </a:p>
        </p:txBody>
      </p:sp>
      <p:sp>
        <p:nvSpPr>
          <p:cNvPr id="59" name="Tähti: 5-sakarainen 58">
            <a:extLst>
              <a:ext uri="{FF2B5EF4-FFF2-40B4-BE49-F238E27FC236}">
                <a16:creationId xmlns:a16="http://schemas.microsoft.com/office/drawing/2014/main" id="{8BC1BEE0-8F12-B812-3656-79FC8D4F8376}"/>
              </a:ext>
            </a:extLst>
          </p:cNvPr>
          <p:cNvSpPr/>
          <p:nvPr/>
        </p:nvSpPr>
        <p:spPr>
          <a:xfrm>
            <a:off x="1599778" y="3263801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60" name="Tähti: 5-sakarainen 59">
            <a:extLst>
              <a:ext uri="{FF2B5EF4-FFF2-40B4-BE49-F238E27FC236}">
                <a16:creationId xmlns:a16="http://schemas.microsoft.com/office/drawing/2014/main" id="{35F082F1-988F-1D94-AEFE-BE34BED5E477}"/>
              </a:ext>
            </a:extLst>
          </p:cNvPr>
          <p:cNvSpPr/>
          <p:nvPr/>
        </p:nvSpPr>
        <p:spPr>
          <a:xfrm>
            <a:off x="3221847" y="3263463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61" name="Tähti: 5-sakarainen 60">
            <a:extLst>
              <a:ext uri="{FF2B5EF4-FFF2-40B4-BE49-F238E27FC236}">
                <a16:creationId xmlns:a16="http://schemas.microsoft.com/office/drawing/2014/main" id="{7704048A-4D7C-E8BE-74FA-A493BE984DB0}"/>
              </a:ext>
            </a:extLst>
          </p:cNvPr>
          <p:cNvSpPr/>
          <p:nvPr/>
        </p:nvSpPr>
        <p:spPr>
          <a:xfrm>
            <a:off x="4485934" y="3250821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62" name="Tähti: 5-sakarainen 61">
            <a:extLst>
              <a:ext uri="{FF2B5EF4-FFF2-40B4-BE49-F238E27FC236}">
                <a16:creationId xmlns:a16="http://schemas.microsoft.com/office/drawing/2014/main" id="{903EC332-3BCC-9A33-708E-38B66D679218}"/>
              </a:ext>
            </a:extLst>
          </p:cNvPr>
          <p:cNvSpPr/>
          <p:nvPr/>
        </p:nvSpPr>
        <p:spPr>
          <a:xfrm>
            <a:off x="6598107" y="3250647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3" name="Tähti: 5-sakarainen 62">
            <a:extLst>
              <a:ext uri="{FF2B5EF4-FFF2-40B4-BE49-F238E27FC236}">
                <a16:creationId xmlns:a16="http://schemas.microsoft.com/office/drawing/2014/main" id="{4C2E3A1C-EAD8-DA8D-EF2A-98EE9A915987}"/>
              </a:ext>
            </a:extLst>
          </p:cNvPr>
          <p:cNvSpPr/>
          <p:nvPr/>
        </p:nvSpPr>
        <p:spPr>
          <a:xfrm>
            <a:off x="8323040" y="3237674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4" name="Tähti: 5-sakarainen 63">
            <a:extLst>
              <a:ext uri="{FF2B5EF4-FFF2-40B4-BE49-F238E27FC236}">
                <a16:creationId xmlns:a16="http://schemas.microsoft.com/office/drawing/2014/main" id="{1FF4F055-68FB-3F8F-E4C8-3153A45539AC}"/>
              </a:ext>
            </a:extLst>
          </p:cNvPr>
          <p:cNvSpPr/>
          <p:nvPr/>
        </p:nvSpPr>
        <p:spPr>
          <a:xfrm>
            <a:off x="9675069" y="3239468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5" name="Tähti: 5-sakarainen 64">
            <a:extLst>
              <a:ext uri="{FF2B5EF4-FFF2-40B4-BE49-F238E27FC236}">
                <a16:creationId xmlns:a16="http://schemas.microsoft.com/office/drawing/2014/main" id="{A3531EE6-3308-7E9E-B2CC-C5D2D28807FA}"/>
              </a:ext>
            </a:extLst>
          </p:cNvPr>
          <p:cNvSpPr/>
          <p:nvPr/>
        </p:nvSpPr>
        <p:spPr>
          <a:xfrm>
            <a:off x="9938322" y="2479337"/>
            <a:ext cx="387240" cy="374458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kstiruutu 65">
            <a:extLst>
              <a:ext uri="{FF2B5EF4-FFF2-40B4-BE49-F238E27FC236}">
                <a16:creationId xmlns:a16="http://schemas.microsoft.com/office/drawing/2014/main" id="{7A847FAE-10E7-E58E-D162-80FF0198E1D5}"/>
              </a:ext>
            </a:extLst>
          </p:cNvPr>
          <p:cNvSpPr txBox="1"/>
          <p:nvPr/>
        </p:nvSpPr>
        <p:spPr>
          <a:xfrm>
            <a:off x="10262495" y="2504193"/>
            <a:ext cx="1991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i-FI" sz="1200">
                <a:latin typeface="Arial" panose="020B0604020202020204" pitchFamily="34" charset="0"/>
                <a:cs typeface="Arial" panose="020B0604020202020204" pitchFamily="34" charset="0"/>
              </a:rPr>
              <a:t>= joka jakson jälkeen kurssin tuotoksia näkyville </a:t>
            </a:r>
            <a:r>
              <a:rPr lang="fi-FI" sz="1200" err="1">
                <a:latin typeface="Arial" panose="020B0604020202020204" pitchFamily="34" charset="0"/>
                <a:cs typeface="Arial" panose="020B0604020202020204" pitchFamily="34" charset="0"/>
              </a:rPr>
              <a:t>Mercuriaan</a:t>
            </a:r>
            <a:endParaRPr lang="fi-FI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uorakulmio: Pyöristetyt kulmat 66">
            <a:extLst>
              <a:ext uri="{FF2B5EF4-FFF2-40B4-BE49-F238E27FC236}">
                <a16:creationId xmlns:a16="http://schemas.microsoft.com/office/drawing/2014/main" id="{D38B0715-6A37-6E6B-EF09-0D9EA69143FC}"/>
              </a:ext>
            </a:extLst>
          </p:cNvPr>
          <p:cNvSpPr/>
          <p:nvPr/>
        </p:nvSpPr>
        <p:spPr>
          <a:xfrm>
            <a:off x="1456995" y="1542221"/>
            <a:ext cx="2089516" cy="360000"/>
          </a:xfrm>
          <a:prstGeom prst="roundRect">
            <a:avLst/>
          </a:prstGeom>
          <a:solidFill>
            <a:schemeClr val="accent1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Työelämäpäivä &amp; työssäoppimisen purkupäivä</a:t>
            </a:r>
          </a:p>
        </p:txBody>
      </p:sp>
      <p:sp>
        <p:nvSpPr>
          <p:cNvPr id="4" name="Suorakulmio: Pyöristetyt kulmat 3">
            <a:extLst>
              <a:ext uri="{FF2B5EF4-FFF2-40B4-BE49-F238E27FC236}">
                <a16:creationId xmlns:a16="http://schemas.microsoft.com/office/drawing/2014/main" id="{1E4FDF0E-DFAF-EBED-D734-B12943E4D7C7}"/>
              </a:ext>
            </a:extLst>
          </p:cNvPr>
          <p:cNvSpPr/>
          <p:nvPr/>
        </p:nvSpPr>
        <p:spPr>
          <a:xfrm>
            <a:off x="2694343" y="1977392"/>
            <a:ext cx="975045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Triplapäivä ykkösille</a:t>
            </a:r>
            <a:endParaRPr lang="fi-FI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Kuva 7" descr="Kuva, joka sisältää kohteen Fontti, keltainen, logo, Grafiikka&#10;&#10;Kuvaus luotu automaattisesti">
            <a:extLst>
              <a:ext uri="{FF2B5EF4-FFF2-40B4-BE49-F238E27FC236}">
                <a16:creationId xmlns:a16="http://schemas.microsoft.com/office/drawing/2014/main" id="{B46617D1-676E-06DD-8A55-2DC3C8FA8E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288494">
            <a:off x="10158720" y="4555670"/>
            <a:ext cx="1901812" cy="816520"/>
          </a:xfrm>
          <a:prstGeom prst="rect">
            <a:avLst/>
          </a:prstGeom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2AB0FBB7-A0F6-C9A3-73CC-D8758749F6EC}"/>
              </a:ext>
            </a:extLst>
          </p:cNvPr>
          <p:cNvSpPr txBox="1"/>
          <p:nvPr/>
        </p:nvSpPr>
        <p:spPr>
          <a:xfrm>
            <a:off x="36780" y="123179"/>
            <a:ext cx="7624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i-FI" sz="2400" b="1">
                <a:latin typeface="Arial" panose="020B0604020202020204" pitchFamily="34" charset="0"/>
                <a:cs typeface="Arial" panose="020B0604020202020204" pitchFamily="34" charset="0"/>
              </a:rPr>
              <a:t>16.11.2023 pidetyn Learning Cafen ratkaisuehdotuksia</a:t>
            </a:r>
          </a:p>
        </p:txBody>
      </p:sp>
      <p:sp>
        <p:nvSpPr>
          <p:cNvPr id="9" name="Suorakulmio: Pyöristetyt kulmat 8">
            <a:extLst>
              <a:ext uri="{FF2B5EF4-FFF2-40B4-BE49-F238E27FC236}">
                <a16:creationId xmlns:a16="http://schemas.microsoft.com/office/drawing/2014/main" id="{68F43944-6114-42AF-AEC4-D453CDEB61DA}"/>
              </a:ext>
            </a:extLst>
          </p:cNvPr>
          <p:cNvSpPr/>
          <p:nvPr/>
        </p:nvSpPr>
        <p:spPr>
          <a:xfrm>
            <a:off x="1793398" y="4046058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Halloween- teema</a:t>
            </a:r>
          </a:p>
        </p:txBody>
      </p:sp>
      <p:sp>
        <p:nvSpPr>
          <p:cNvPr id="10" name="Suorakulmio: Pyöristetyt kulmat 9">
            <a:extLst>
              <a:ext uri="{FF2B5EF4-FFF2-40B4-BE49-F238E27FC236}">
                <a16:creationId xmlns:a16="http://schemas.microsoft.com/office/drawing/2014/main" id="{FE5CF198-F59B-E5E1-56B3-6D3C0E08173A}"/>
              </a:ext>
            </a:extLst>
          </p:cNvPr>
          <p:cNvSpPr/>
          <p:nvPr/>
        </p:nvSpPr>
        <p:spPr>
          <a:xfrm>
            <a:off x="3707977" y="4050295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Jouluteema</a:t>
            </a:r>
          </a:p>
        </p:txBody>
      </p:sp>
      <p:sp>
        <p:nvSpPr>
          <p:cNvPr id="11" name="Suorakulmio: Pyöristetyt kulmat 10">
            <a:extLst>
              <a:ext uri="{FF2B5EF4-FFF2-40B4-BE49-F238E27FC236}">
                <a16:creationId xmlns:a16="http://schemas.microsoft.com/office/drawing/2014/main" id="{ADC3095C-372A-15E6-F801-CF45A852A05C}"/>
              </a:ext>
            </a:extLst>
          </p:cNvPr>
          <p:cNvSpPr/>
          <p:nvPr/>
        </p:nvSpPr>
        <p:spPr>
          <a:xfrm>
            <a:off x="6071918" y="4046058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Ystävänpäivä-teema</a:t>
            </a:r>
          </a:p>
        </p:txBody>
      </p:sp>
      <p:sp>
        <p:nvSpPr>
          <p:cNvPr id="12" name="Suorakulmio: Pyöristetyt kulmat 11">
            <a:extLst>
              <a:ext uri="{FF2B5EF4-FFF2-40B4-BE49-F238E27FC236}">
                <a16:creationId xmlns:a16="http://schemas.microsoft.com/office/drawing/2014/main" id="{749D1578-69B5-4EBA-EE52-FC274E452122}"/>
              </a:ext>
            </a:extLst>
          </p:cNvPr>
          <p:cNvSpPr/>
          <p:nvPr/>
        </p:nvSpPr>
        <p:spPr>
          <a:xfrm>
            <a:off x="9021386" y="4042338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Vappu-</a:t>
            </a:r>
          </a:p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teema</a:t>
            </a:r>
          </a:p>
        </p:txBody>
      </p:sp>
      <p:sp>
        <p:nvSpPr>
          <p:cNvPr id="13" name="Suorakulmio: Pyöristetyt kulmat 12">
            <a:extLst>
              <a:ext uri="{FF2B5EF4-FFF2-40B4-BE49-F238E27FC236}">
                <a16:creationId xmlns:a16="http://schemas.microsoft.com/office/drawing/2014/main" id="{1A105558-BD9E-BA68-7CAA-AEAAE2523CDE}"/>
              </a:ext>
            </a:extLst>
          </p:cNvPr>
          <p:cNvSpPr/>
          <p:nvPr/>
        </p:nvSpPr>
        <p:spPr>
          <a:xfrm>
            <a:off x="8794789" y="4488380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Kevättalkoot</a:t>
            </a:r>
          </a:p>
        </p:txBody>
      </p:sp>
      <p:sp>
        <p:nvSpPr>
          <p:cNvPr id="14" name="Suorakulmio: Pyöristetyt kulmat 13">
            <a:extLst>
              <a:ext uri="{FF2B5EF4-FFF2-40B4-BE49-F238E27FC236}">
                <a16:creationId xmlns:a16="http://schemas.microsoft.com/office/drawing/2014/main" id="{94E27DC8-F57E-96F6-D255-F89728A0649C}"/>
              </a:ext>
            </a:extLst>
          </p:cNvPr>
          <p:cNvSpPr/>
          <p:nvPr/>
        </p:nvSpPr>
        <p:spPr>
          <a:xfrm>
            <a:off x="4810418" y="4486363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 err="1">
                <a:latin typeface="Arial" panose="020B0604020202020204" pitchFamily="34" charset="0"/>
                <a:cs typeface="Arial" panose="020B0604020202020204" pitchFamily="34" charset="0"/>
              </a:rPr>
              <a:t>Säbäturnaus</a:t>
            </a:r>
            <a:endParaRPr lang="fi-FI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uorakulmio: Pyöristetyt kulmat 16">
            <a:extLst>
              <a:ext uri="{FF2B5EF4-FFF2-40B4-BE49-F238E27FC236}">
                <a16:creationId xmlns:a16="http://schemas.microsoft.com/office/drawing/2014/main" id="{81926F33-1B73-3E7D-8B5A-9B512A1DC924}"/>
              </a:ext>
            </a:extLst>
          </p:cNvPr>
          <p:cNvSpPr/>
          <p:nvPr/>
        </p:nvSpPr>
        <p:spPr>
          <a:xfrm>
            <a:off x="6079507" y="4963931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Abishow</a:t>
            </a:r>
          </a:p>
        </p:txBody>
      </p:sp>
      <p:sp>
        <p:nvSpPr>
          <p:cNvPr id="18" name="Suorakulmio: Pyöristetyt kulmat 17">
            <a:extLst>
              <a:ext uri="{FF2B5EF4-FFF2-40B4-BE49-F238E27FC236}">
                <a16:creationId xmlns:a16="http://schemas.microsoft.com/office/drawing/2014/main" id="{D471BE7C-D181-DCB5-3405-A5740C85B8AB}"/>
              </a:ext>
            </a:extLst>
          </p:cNvPr>
          <p:cNvSpPr/>
          <p:nvPr/>
        </p:nvSpPr>
        <p:spPr>
          <a:xfrm>
            <a:off x="6079507" y="4498420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Vanhojen tanssit</a:t>
            </a:r>
          </a:p>
        </p:txBody>
      </p:sp>
      <p:sp>
        <p:nvSpPr>
          <p:cNvPr id="20" name="Suorakulmio: Pyöristetyt kulmat 19">
            <a:extLst>
              <a:ext uri="{FF2B5EF4-FFF2-40B4-BE49-F238E27FC236}">
                <a16:creationId xmlns:a16="http://schemas.microsoft.com/office/drawing/2014/main" id="{42797674-132D-30D1-8359-0D3F557C0781}"/>
              </a:ext>
            </a:extLst>
          </p:cNvPr>
          <p:cNvSpPr/>
          <p:nvPr/>
        </p:nvSpPr>
        <p:spPr>
          <a:xfrm>
            <a:off x="3563113" y="4492622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Leffailtapäivä</a:t>
            </a:r>
          </a:p>
        </p:txBody>
      </p:sp>
      <p:sp>
        <p:nvSpPr>
          <p:cNvPr id="21" name="Suorakulmio: Pyöristetyt kulmat 20">
            <a:extLst>
              <a:ext uri="{FF2B5EF4-FFF2-40B4-BE49-F238E27FC236}">
                <a16:creationId xmlns:a16="http://schemas.microsoft.com/office/drawing/2014/main" id="{34BEB7C0-22B5-6846-1976-BFDFC5A5467E}"/>
              </a:ext>
            </a:extLst>
          </p:cNvPr>
          <p:cNvSpPr/>
          <p:nvPr/>
        </p:nvSpPr>
        <p:spPr>
          <a:xfrm>
            <a:off x="2202275" y="4492622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Koristurnaus</a:t>
            </a:r>
          </a:p>
        </p:txBody>
      </p:sp>
      <p:sp>
        <p:nvSpPr>
          <p:cNvPr id="22" name="Suorakulmio: Pyöristetyt kulmat 21">
            <a:extLst>
              <a:ext uri="{FF2B5EF4-FFF2-40B4-BE49-F238E27FC236}">
                <a16:creationId xmlns:a16="http://schemas.microsoft.com/office/drawing/2014/main" id="{48F7B1E9-42B4-CC91-FEB5-23E614ABC1AE}"/>
              </a:ext>
            </a:extLst>
          </p:cNvPr>
          <p:cNvSpPr/>
          <p:nvPr/>
        </p:nvSpPr>
        <p:spPr>
          <a:xfrm>
            <a:off x="404268" y="5074126"/>
            <a:ext cx="1195510" cy="54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Tutorit syövät ykkösten kanssa</a:t>
            </a:r>
          </a:p>
        </p:txBody>
      </p:sp>
      <p:sp>
        <p:nvSpPr>
          <p:cNvPr id="23" name="Suorakulmio: Pyöristetyt kulmat 22">
            <a:extLst>
              <a:ext uri="{FF2B5EF4-FFF2-40B4-BE49-F238E27FC236}">
                <a16:creationId xmlns:a16="http://schemas.microsoft.com/office/drawing/2014/main" id="{75BBE9DD-C9D1-4A91-C054-A85A0EE34796}"/>
              </a:ext>
            </a:extLst>
          </p:cNvPr>
          <p:cNvSpPr/>
          <p:nvPr/>
        </p:nvSpPr>
        <p:spPr>
          <a:xfrm>
            <a:off x="7466665" y="4481020"/>
            <a:ext cx="119551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100">
                <a:latin typeface="Arial" panose="020B0604020202020204" pitchFamily="34" charset="0"/>
                <a:cs typeface="Arial" panose="020B0604020202020204" pitchFamily="34" charset="0"/>
              </a:rPr>
              <a:t>Lautapelipäivä</a:t>
            </a:r>
          </a:p>
        </p:txBody>
      </p:sp>
      <p:sp>
        <p:nvSpPr>
          <p:cNvPr id="24" name="Suorakulmio: Pyöristetyt kulmat 23">
            <a:extLst>
              <a:ext uri="{FF2B5EF4-FFF2-40B4-BE49-F238E27FC236}">
                <a16:creationId xmlns:a16="http://schemas.microsoft.com/office/drawing/2014/main" id="{6D6214A9-6AAD-A910-C8A4-EC4C9B2FF5AD}"/>
              </a:ext>
            </a:extLst>
          </p:cNvPr>
          <p:cNvSpPr/>
          <p:nvPr/>
        </p:nvSpPr>
        <p:spPr>
          <a:xfrm>
            <a:off x="9836801" y="2456802"/>
            <a:ext cx="2307367" cy="705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1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C628192-BDA0-E9F7-404D-C8CF7EE2DED6}"/>
              </a:ext>
            </a:extLst>
          </p:cNvPr>
          <p:cNvSpPr txBox="1">
            <a:spLocks/>
          </p:cNvSpPr>
          <p:nvPr/>
        </p:nvSpPr>
        <p:spPr>
          <a:xfrm>
            <a:off x="446313" y="106917"/>
            <a:ext cx="10008000" cy="1080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fi-FI" sz="3200"/>
              <a:t>3. Uudet rakennettavat tutkinnonosat ja ehdotus rakentajista</a:t>
            </a:r>
          </a:p>
        </p:txBody>
      </p:sp>
      <p:graphicFrame>
        <p:nvGraphicFramePr>
          <p:cNvPr id="5" name="Taulukko 4">
            <a:extLst>
              <a:ext uri="{FF2B5EF4-FFF2-40B4-BE49-F238E27FC236}">
                <a16:creationId xmlns:a16="http://schemas.microsoft.com/office/drawing/2014/main" id="{0340EDCB-07A1-2EA4-AE4B-E14A9DEE4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34390"/>
              </p:ext>
            </p:extLst>
          </p:nvPr>
        </p:nvGraphicFramePr>
        <p:xfrm>
          <a:off x="615817" y="1463628"/>
          <a:ext cx="7036954" cy="5342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314">
                  <a:extLst>
                    <a:ext uri="{9D8B030D-6E8A-4147-A177-3AD203B41FA5}">
                      <a16:colId xmlns:a16="http://schemas.microsoft.com/office/drawing/2014/main" val="3277563030"/>
                    </a:ext>
                  </a:extLst>
                </a:gridCol>
                <a:gridCol w="603742">
                  <a:extLst>
                    <a:ext uri="{9D8B030D-6E8A-4147-A177-3AD203B41FA5}">
                      <a16:colId xmlns:a16="http://schemas.microsoft.com/office/drawing/2014/main" val="2040449983"/>
                    </a:ext>
                  </a:extLst>
                </a:gridCol>
                <a:gridCol w="1255412">
                  <a:extLst>
                    <a:ext uri="{9D8B030D-6E8A-4147-A177-3AD203B41FA5}">
                      <a16:colId xmlns:a16="http://schemas.microsoft.com/office/drawing/2014/main" val="2979933680"/>
                    </a:ext>
                  </a:extLst>
                </a:gridCol>
                <a:gridCol w="1353243">
                  <a:extLst>
                    <a:ext uri="{9D8B030D-6E8A-4147-A177-3AD203B41FA5}">
                      <a16:colId xmlns:a16="http://schemas.microsoft.com/office/drawing/2014/main" val="923075708"/>
                    </a:ext>
                  </a:extLst>
                </a:gridCol>
                <a:gridCol w="1353243">
                  <a:extLst>
                    <a:ext uri="{9D8B030D-6E8A-4147-A177-3AD203B41FA5}">
                      <a16:colId xmlns:a16="http://schemas.microsoft.com/office/drawing/2014/main" val="1528852647"/>
                    </a:ext>
                  </a:extLst>
                </a:gridCol>
              </a:tblGrid>
              <a:tr h="273871">
                <a:tc>
                  <a:txBody>
                    <a:bodyPr/>
                    <a:lstStyle/>
                    <a:p>
                      <a:pPr algn="ctr" fontAlgn="b"/>
                      <a:r>
                        <a:rPr lang="fi-FI" sz="1100" b="1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Tutkinnon osat</a:t>
                      </a:r>
                      <a:endParaRPr lang="fi-FI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100" b="1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Laajuus </a:t>
                      </a:r>
                      <a:r>
                        <a:rPr lang="fi-FI" sz="1100" b="1" u="none" strike="noStrike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osp</a:t>
                      </a:r>
                      <a:endParaRPr lang="fi-FI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i-FI" sz="1100" b="1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Tutkinnonosavastaava</a:t>
                      </a:r>
                      <a:endParaRPr lang="fi-FI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Kurssin</a:t>
                      </a:r>
                      <a:r>
                        <a:rPr lang="sv-SE" sz="11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tekijä</a:t>
                      </a:r>
                      <a:endParaRPr lang="fi-FI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Tutk.osan</a:t>
                      </a:r>
                      <a:r>
                        <a:rPr lang="sv-SE" sz="11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suunn.lomake</a:t>
                      </a:r>
                      <a:r>
                        <a:rPr lang="sv-SE" sz="11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v-SE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palautettu</a:t>
                      </a:r>
                      <a:endParaRPr lang="fi-FI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/>
                </a:tc>
                <a:extLst>
                  <a:ext uri="{0D108BD9-81ED-4DB2-BD59-A6C34878D82A}">
                    <a16:rowId xmlns:a16="http://schemas.microsoft.com/office/drawing/2014/main" val="125259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YTO1-AI-P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  <a:latin typeface="+mn-lt"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22769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YTO1-AI-SU-P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  <a:latin typeface="+mn-lt"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3373966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YTO1-AI-SU-V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694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YTO1V-AI-1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39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YTO1V-AI-2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82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YTO1V-AI-3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SELRIS/MAIÅNÄ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444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YTO1-DIGI-P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BIRKAP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366318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YTO1-EN-P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ILDLÖN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u="none" strike="noStrike">
                          <a:effectLst/>
                          <a:latin typeface="+mn-lt"/>
                        </a:rPr>
                        <a:t>ILDLÖN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1628468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YTO1V-EN-1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ILDLÖN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595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u="none" strike="noStrike">
                          <a:effectLst/>
                        </a:rPr>
                        <a:t>YTO1V-EN-2 Asiakaspalvelua englanniksi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ILDLÖN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42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YTO1V-EN-3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ILDLÖN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7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YTO1-RU-P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KARVEH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KARVEH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285783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YTO1-TAI-P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ILDLÖN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ILDLÖN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3413613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YTO2-FYKE-P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PEKRAJ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PEKRAJ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710318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YTO2-MA-P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BIRKAP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BIRKAP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153873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YTO3-KEKE-P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SELRIS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4029095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YTO3-OPUR-P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JOHSAN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JOHSAN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854110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YTO3-TYHY-P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PÄIRYY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PÄIRYY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354820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YTO3-TYTO-P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PÄIRYY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2345436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YTO3-YH-P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JUTPAL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JUTPAL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1804381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YTO3-YR-P 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sv-SE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MARKÖN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sv-SE" sz="12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MARKÖN</a:t>
                      </a:r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/>
                </a:tc>
                <a:extLst>
                  <a:ext uri="{0D108BD9-81ED-4DB2-BD59-A6C34878D82A}">
                    <a16:rowId xmlns:a16="http://schemas.microsoft.com/office/drawing/2014/main" val="70942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YTO1-ES-123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MARKÖN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1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u="none" strike="noStrike">
                          <a:effectLst/>
                        </a:rPr>
                        <a:t>YTO1V-RU ASPA Asiakaspalvelua ruotsiksi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u="none" strike="noStrike">
                          <a:effectLst/>
                        </a:rPr>
                        <a:t>KARVEH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4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Kulttuuripassi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u="none" strike="noStrike">
                          <a:effectLst/>
                        </a:rPr>
                        <a:t>SELRIS</a:t>
                      </a: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2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i-FI" sz="10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45" marR="4045" marT="4045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28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093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tsikko 2">
            <a:extLst>
              <a:ext uri="{FF2B5EF4-FFF2-40B4-BE49-F238E27FC236}">
                <a16:creationId xmlns:a16="http://schemas.microsoft.com/office/drawing/2014/main" id="{984D4F52-2995-058E-4143-C7A2C7E4B2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0209" y="8709"/>
            <a:ext cx="10007600" cy="766106"/>
          </a:xfrm>
        </p:spPr>
        <p:txBody>
          <a:bodyPr>
            <a:normAutofit/>
          </a:bodyPr>
          <a:lstStyle/>
          <a:p>
            <a:r>
              <a:rPr lang="fi-FI" sz="3600"/>
              <a:t>4. Tutkinnonosan suunnittelulomake</a:t>
            </a: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5AC2FBE1-48E4-0038-1BDD-71A4B826D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0" y="1590260"/>
            <a:ext cx="5580650" cy="3498979"/>
          </a:xfrm>
          <a:prstGeom prst="rect">
            <a:avLst/>
          </a:prstGeom>
        </p:spPr>
      </p:pic>
      <p:pic>
        <p:nvPicPr>
          <p:cNvPr id="6" name="Kuva 5">
            <a:extLst>
              <a:ext uri="{FF2B5EF4-FFF2-40B4-BE49-F238E27FC236}">
                <a16:creationId xmlns:a16="http://schemas.microsoft.com/office/drawing/2014/main" id="{FC314CF6-1157-F15F-9259-19CDDA3EE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814" y="1903230"/>
            <a:ext cx="4978799" cy="332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873328-40E2-3891-6617-B92EBCCF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6789"/>
            <a:ext cx="10008000" cy="1080000"/>
          </a:xfrm>
        </p:spPr>
        <p:txBody>
          <a:bodyPr>
            <a:normAutofit fontScale="90000"/>
          </a:bodyPr>
          <a:lstStyle/>
          <a:p>
            <a:r>
              <a:rPr lang="fi-FI" sz="3600"/>
              <a:t>5. Tutkinnonosien rakentamisen työnjako – </a:t>
            </a:r>
            <a:r>
              <a:rPr lang="fi-FI" sz="2700"/>
              <a:t>tutkinnonosavastaava, </a:t>
            </a:r>
            <a:r>
              <a:rPr lang="fi-FI" sz="2700" err="1"/>
              <a:t>opettajat+opetiimit</a:t>
            </a:r>
            <a:r>
              <a:rPr lang="fi-FI" sz="2700"/>
              <a:t> ja </a:t>
            </a:r>
            <a:r>
              <a:rPr lang="fi-FI" sz="2700" err="1"/>
              <a:t>eKampus</a:t>
            </a:r>
            <a:r>
              <a:rPr lang="fi-FI" sz="2700"/>
              <a:t> tiimi, laadunvarmistustiimi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FB2C155-10F5-9E0E-5C59-2C5737D73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00000"/>
            <a:ext cx="10857411" cy="4351338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fi-FI" b="1"/>
              <a:t>Tutkinnonosavastaava</a:t>
            </a:r>
          </a:p>
          <a:p>
            <a:pPr marL="817200" lvl="1" indent="-457200"/>
            <a:r>
              <a:rPr lang="fi-FI"/>
              <a:t>Vastaa ohjeiden mukaisesta tutkinnonosan suunnittelusta (tutkinnonosan suunnittelulomake) ja sisällön tuotannosta </a:t>
            </a:r>
            <a:r>
              <a:rPr lang="fi-FI" err="1"/>
              <a:t>eKampukselle</a:t>
            </a:r>
            <a:r>
              <a:rPr lang="fi-FI"/>
              <a:t> </a:t>
            </a:r>
            <a:r>
              <a:rPr lang="fi-FI" err="1"/>
              <a:t>eKampus</a:t>
            </a:r>
            <a:r>
              <a:rPr lang="fi-FI"/>
              <a:t> tiimin kanssa (tutkinnonosavastaava tuo materiaalit vähintään </a:t>
            </a:r>
            <a:r>
              <a:rPr lang="fi-FI" err="1"/>
              <a:t>wordiin</a:t>
            </a:r>
            <a:r>
              <a:rPr lang="fi-FI"/>
              <a:t>). Esittely ja ohjausta –osiossa osallistuu esittelyvideon tekemiseen.</a:t>
            </a:r>
          </a:p>
          <a:p>
            <a:pPr marL="817200" lvl="1" indent="-457200"/>
            <a:r>
              <a:rPr lang="fi-FI"/>
              <a:t>Osallistuu yhteisiin suunnittelupäiviin ja ottaa kollegoiden ja tiimien näkemykset ja kommentit huomioon suunnittelussa ja toteutuksessa.</a:t>
            </a:r>
          </a:p>
          <a:p>
            <a:pPr marL="457200" indent="-457200">
              <a:buAutoNum type="arabicPeriod"/>
            </a:pPr>
            <a:r>
              <a:rPr lang="fi-FI" b="1"/>
              <a:t>Opettaja + opetiimit</a:t>
            </a:r>
          </a:p>
          <a:p>
            <a:pPr marL="817200" lvl="1" indent="-457200"/>
            <a:r>
              <a:rPr lang="fi-FI"/>
              <a:t>Osallistuu yhteisiin suunnittelupäiviin ja kommentoi ohjeiden mukaisesti omaan työhön liittyvien tutkinnonosien suunnitelmia ja sisältöjä.</a:t>
            </a:r>
          </a:p>
          <a:p>
            <a:pPr marL="457200" indent="-457200"/>
            <a:r>
              <a:rPr lang="fi-FI"/>
              <a:t>3. </a:t>
            </a:r>
            <a:r>
              <a:rPr lang="fi-FI" b="1" err="1"/>
              <a:t>eKampus</a:t>
            </a:r>
            <a:r>
              <a:rPr lang="fi-FI" b="1"/>
              <a:t> tiimi (Ville, Hannu, Markus)</a:t>
            </a:r>
          </a:p>
          <a:p>
            <a:pPr marL="817200" lvl="1" indent="-457200"/>
            <a:r>
              <a:rPr lang="fi-FI"/>
              <a:t>Vastaa tutkinnonosien visuaalisesti yhdenmukaisesta toteutuksesta </a:t>
            </a:r>
            <a:r>
              <a:rPr lang="fi-FI" err="1"/>
              <a:t>eKampukselle</a:t>
            </a:r>
            <a:endParaRPr lang="fi-FI"/>
          </a:p>
          <a:p>
            <a:pPr marL="817200" lvl="1" indent="-457200"/>
            <a:r>
              <a:rPr lang="fi-FI"/>
              <a:t>Auttaa tutkinnonosavastaavia tutkinnonosien sisällöntuotannon toteuttamisessa </a:t>
            </a:r>
            <a:r>
              <a:rPr lang="fi-FI" err="1"/>
              <a:t>eKampukselle</a:t>
            </a:r>
            <a:r>
              <a:rPr lang="fi-FI"/>
              <a:t>.</a:t>
            </a:r>
          </a:p>
          <a:p>
            <a:pPr marL="817200" lvl="1" indent="-457200"/>
            <a:r>
              <a:rPr lang="fi-FI"/>
              <a:t>Tarkistaa tutkinnonosan sisällöntuotannon teknisen toimivuuden </a:t>
            </a:r>
            <a:r>
              <a:rPr lang="fi-FI" err="1"/>
              <a:t>eKampuksella</a:t>
            </a:r>
            <a:r>
              <a:rPr lang="fi-FI"/>
              <a:t>.</a:t>
            </a:r>
          </a:p>
          <a:p>
            <a:pPr marL="817200" lvl="1" indent="-457200"/>
            <a:r>
              <a:rPr lang="fi-FI"/>
              <a:t>Huolehtii Esittely ja ohjausta, Arviointikeskustelu, itsearviointi oppimisesta ja kurssipalautteen antaminen sekä TJK ja näyttö –osioiden toteuttamisesta kursseihin.</a:t>
            </a:r>
          </a:p>
          <a:p>
            <a:r>
              <a:rPr lang="fi-FI"/>
              <a:t>4. </a:t>
            </a:r>
            <a:r>
              <a:rPr lang="fi-FI" b="1"/>
              <a:t>Laadunvarmistustiimi (Mika, Markus, Minttu, 2 opejäsentä)</a:t>
            </a:r>
          </a:p>
          <a:p>
            <a:pPr marL="702900" lvl="1" indent="-342900"/>
            <a:r>
              <a:rPr lang="fi-FI"/>
              <a:t>Varmistaa tutkinnonosien tasalaatuisuuden.</a:t>
            </a:r>
          </a:p>
        </p:txBody>
      </p:sp>
    </p:spTree>
    <p:extLst>
      <p:ext uri="{BB962C8B-B14F-4D97-AF65-F5344CB8AC3E}">
        <p14:creationId xmlns:p14="http://schemas.microsoft.com/office/powerpoint/2010/main" val="2725879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BB0731-1F3E-CB78-4E80-EF2558A2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47" y="564539"/>
            <a:ext cx="10784306" cy="1080000"/>
          </a:xfrm>
        </p:spPr>
        <p:txBody>
          <a:bodyPr>
            <a:normAutofit fontScale="90000"/>
          </a:bodyPr>
          <a:lstStyle/>
          <a:p>
            <a:r>
              <a:rPr lang="fi-FI" sz="4000"/>
              <a:t>6. Sopimus työsuhteessa valmistettavasta verkko-oppimateriaalista</a:t>
            </a:r>
            <a:br>
              <a:rPr lang="fi-FI"/>
            </a:br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AB4D99E-C8FF-5938-D75C-EC262AF81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8600"/>
            <a:ext cx="10515600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/>
              <a:t>Tutkinnonosavastaava allekirjoittaa erillisen sopimuksen </a:t>
            </a:r>
            <a:r>
              <a:rPr lang="fi-FI" err="1"/>
              <a:t>Mercurian</a:t>
            </a:r>
            <a:r>
              <a:rPr lang="fi-FI"/>
              <a:t> kanssa tutkinnonosan sisällöntuotannosta tämän ohjeistuksen mukaisesti.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/>
              <a:t>Tutkinnonosavastaavalle maksetaan erilliskorvaus tutkinnonosan sisällöntuotannosta.</a:t>
            </a:r>
          </a:p>
          <a:p>
            <a:pPr marL="702900" lvl="1" indent="-342900"/>
            <a:r>
              <a:rPr lang="fi-FI"/>
              <a:t>Sisällön tuotanto ei siis sisälly normaaliin opettajan 1500h suunnitelmaan.</a:t>
            </a:r>
          </a:p>
        </p:txBody>
      </p:sp>
    </p:spTree>
    <p:extLst>
      <p:ext uri="{BB962C8B-B14F-4D97-AF65-F5344CB8AC3E}">
        <p14:creationId xmlns:p14="http://schemas.microsoft.com/office/powerpoint/2010/main" val="2648955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2A21-CF15-0ED7-F66B-3F90DF62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F377718-8749-1749-4027-A558633E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Laadun elementtejä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F63E2F0-6460-1130-9172-438625EC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44" y="1518827"/>
            <a:ext cx="11059511" cy="497917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Laadun elementtejä</a:t>
            </a:r>
          </a:p>
          <a:p>
            <a:pPr marL="702900" lvl="1" indent="-342900"/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Kurssi on selkokielinen (mm. selkeä tehtävänanto, selkeä tavoite tehtävälle)</a:t>
            </a:r>
          </a:p>
          <a:p>
            <a:pPr marL="702900" lvl="1" indent="-342900"/>
            <a:r>
              <a:rPr lang="fi-FI"/>
              <a:t>Tehtäviä ja oppimateriaalia on </a:t>
            </a: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riittävästi</a:t>
            </a:r>
          </a:p>
          <a:p>
            <a:pPr marL="702900" lvl="1" indent="-342900"/>
            <a:r>
              <a:rPr lang="fi-FI"/>
              <a:t>Rakenteellisesti selkeä</a:t>
            </a:r>
          </a:p>
          <a:p>
            <a:pPr marL="702900" lvl="1" indent="-342900"/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Monipuolisesti erilaisia tehtäviä (projekti/ryhmätyö, itsenäinen, pelillinen, esitykset…)</a:t>
            </a:r>
          </a:p>
          <a:p>
            <a:pPr marL="702900" lvl="1" indent="-342900"/>
            <a:r>
              <a:rPr lang="fi-FI"/>
              <a:t>Visuaalisuus (</a:t>
            </a:r>
            <a:r>
              <a:rPr lang="fi-FI" err="1"/>
              <a:t>Mercurian</a:t>
            </a:r>
            <a:r>
              <a:rPr lang="fi-FI"/>
              <a:t> diapohjat, kuvien käyttö…)</a:t>
            </a:r>
            <a:endParaRPr lang="fi-FI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02900" lvl="1" indent="-342900"/>
            <a:r>
              <a:rPr lang="fi-FI"/>
              <a:t>Onko eri kohderyhmät huomioitu riittävästi (</a:t>
            </a:r>
            <a:r>
              <a:rPr lang="fi-FI" err="1"/>
              <a:t>oKampus</a:t>
            </a:r>
            <a:r>
              <a:rPr lang="fi-FI"/>
              <a:t>, itsenäiset)</a:t>
            </a:r>
          </a:p>
          <a:p>
            <a:pPr marL="702900" lvl="1" indent="-342900"/>
            <a:r>
              <a:rPr lang="fi-FI"/>
              <a:t>D</a:t>
            </a: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igitaalinen oppimisen polku huomioitu</a:t>
            </a:r>
          </a:p>
          <a:p>
            <a:pPr marL="702900" lvl="1" indent="-342900"/>
            <a:r>
              <a:rPr lang="fi-FI"/>
              <a:t>Tehtävät vastaavat tutkinnonperusteita ja arviointikriteereitä</a:t>
            </a:r>
          </a:p>
          <a:p>
            <a:pPr marL="702900" lvl="1" indent="-342900"/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Kurssikokonaisuus pilkottu tunneiksi (esim. ammattitaitovaatimuksittain, viikkotason kurssisuunnitelma)</a:t>
            </a:r>
          </a:p>
          <a:p>
            <a:pPr marL="702900" lvl="1" indent="-342900"/>
            <a:r>
              <a:rPr lang="fi-FI"/>
              <a:t>Perustehtävät, syventävät tehtävät</a:t>
            </a:r>
            <a:endParaRPr lang="fi-FI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70754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2D85FFF-C9FD-0756-8D85-B50F5C2D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Muistettavaa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7F04734-DF4E-DB6E-097E-5EB9FEFA6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44" y="1695878"/>
            <a:ext cx="11059511" cy="497917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Tekoälyn käytön ohjeistus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Koulutuksia</a:t>
            </a:r>
          </a:p>
          <a:p>
            <a:pPr marL="702900" lvl="1" indent="-342900"/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Itsenäiset - </a:t>
            </a:r>
            <a:r>
              <a:rPr lang="fi-FI" err="1">
                <a:latin typeface="Arial" panose="020B0604020202020204" pitchFamily="34" charset="0"/>
                <a:cs typeface="Arial" panose="020B0604020202020204" pitchFamily="34" charset="0"/>
              </a:rPr>
              <a:t>Prolle</a:t>
            </a: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 teetettävät materiaalit</a:t>
            </a:r>
          </a:p>
          <a:p>
            <a:pPr marL="702900" lvl="1" indent="-342900"/>
            <a:r>
              <a:rPr lang="fi-FI"/>
              <a:t>Tekijänoikeudet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Digitaalisuus ja kestävä kehitys läpileikkaavan</a:t>
            </a:r>
            <a:r>
              <a:rPr lang="fi-FI"/>
              <a:t>a teemana</a:t>
            </a:r>
          </a:p>
          <a:p>
            <a:pPr marL="702900" lvl="1" indent="-342900"/>
            <a:r>
              <a:rPr lang="fi-FI" sz="1800" kern="0">
                <a:effectLst/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Tehdään 1., 2., 3. vuosikursseille tavoitteet ja opetiimit voivat miettiä miten tavoitteisiin päästään (mm. mitä arviointikriteereitä hyödynnetään).</a:t>
            </a:r>
            <a:endParaRPr lang="fi-FI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HS hyödyntäminen oppimateriaalina ja tehtävänannoissa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i-FI">
                <a:latin typeface="Arial" panose="020B0604020202020204" pitchFamily="34" charset="0"/>
                <a:cs typeface="Arial" panose="020B0604020202020204" pitchFamily="34" charset="0"/>
              </a:rPr>
              <a:t>Avoimi</a:t>
            </a:r>
            <a:r>
              <a:rPr lang="fi-FI"/>
              <a:t>a materiaaleja hyödynnettäväksi: </a:t>
            </a:r>
            <a:r>
              <a:rPr lang="fi-FI">
                <a:hlinkClick r:id="rId2"/>
              </a:rPr>
              <a:t>Etusivu - Avointen oppimateriaalien kirjasto (aoe.fi)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64631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6EF8-A816-C549-94AB-A5126CE8C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i-FI"/>
              <a:t>Tsemppiä ja hyvää tiimityötä tutkinnonosien rakentamisen parissa!</a:t>
            </a:r>
          </a:p>
        </p:txBody>
      </p:sp>
    </p:spTree>
    <p:extLst>
      <p:ext uri="{BB962C8B-B14F-4D97-AF65-F5344CB8AC3E}">
        <p14:creationId xmlns:p14="http://schemas.microsoft.com/office/powerpoint/2010/main" val="2601902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Mercuria 1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006FBA"/>
      </a:accent1>
      <a:accent2>
        <a:srgbClr val="E34398"/>
      </a:accent2>
      <a:accent3>
        <a:srgbClr val="A5A7AA"/>
      </a:accent3>
      <a:accent4>
        <a:srgbClr val="7FB7DC"/>
      </a:accent4>
      <a:accent5>
        <a:srgbClr val="F1A1CB"/>
      </a:accent5>
      <a:accent6>
        <a:srgbClr val="D2D3D3"/>
      </a:accent6>
      <a:hlink>
        <a:srgbClr val="E34398"/>
      </a:hlink>
      <a:folHlink>
        <a:srgbClr val="BE438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ercuria2020-Powerpointpohja laaja.pptx" id="{39634A7A-B04D-45D1-BBE6-20D457B94528}" vid="{5DC401EA-E3C0-48E2-8BE2-4A5431BAAF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1B05547EE8875F45A9116E29F2A63C72" ma:contentTypeVersion="24" ma:contentTypeDescription="Luo uusi asiakirja." ma:contentTypeScope="" ma:versionID="218628d9449284a1ecbca15ab07f57a9">
  <xsd:schema xmlns:xsd="http://www.w3.org/2001/XMLSchema" xmlns:xs="http://www.w3.org/2001/XMLSchema" xmlns:p="http://schemas.microsoft.com/office/2006/metadata/properties" xmlns:ns2="52739ea8-b8a6-40d6-8e6c-6c05c2102329" xmlns:ns3="96f1b026-62bd-4ac2-b944-f296a1b58abc" targetNamespace="http://schemas.microsoft.com/office/2006/metadata/properties" ma:root="true" ma:fieldsID="29a89bfd784d3e66f92eea875ee684bf" ns2:_="" ns3:_="">
    <xsd:import namespace="52739ea8-b8a6-40d6-8e6c-6c05c2102329"/>
    <xsd:import namespace="96f1b026-62bd-4ac2-b944-f296a1b58a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Tiedostonmuokattavuus" minOccurs="0"/>
                <xsd:element ref="ns2:Linkity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39ea8-b8a6-40d6-8e6c-6c05c21023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Kuvien tunnisteet" ma:readOnly="false" ma:fieldId="{5cf76f15-5ced-4ddc-b409-7134ff3c332f}" ma:taxonomyMulti="true" ma:sspId="1c183f5c-8ee2-454d-b90f-2bd94f6ba2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iedostonmuokattavuus" ma:index="26" nillable="true" ma:displayName="Nimen muokkaus sallittu" ma:default="1" ma:description="Kertoo saako tiedoston/kansion nimeä vaihtaa." ma:format="Dropdown" ma:indexed="true" ma:internalName="Tiedostonmuokattavuus">
      <xsd:simpleType>
        <xsd:restriction base="dms:Boolean"/>
      </xsd:simpleType>
    </xsd:element>
    <xsd:element name="Linkitys" ma:index="27" nillable="true" ma:displayName="Linkitetty" ma:description="Kertoo, mihin tiedosto on linkitetty" ma:format="Dropdown" ma:internalName="Linkity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f1b026-62bd-4ac2-b944-f296a1b58ab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0d3d67f-9999-4c2b-817a-b19328bc0da5}" ma:internalName="TaxCatchAll" ma:showField="CatchAllData" ma:web="96f1b026-62bd-4ac2-b944-f296a1b58a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39ea8-b8a6-40d6-8e6c-6c05c2102329">
      <Terms xmlns="http://schemas.microsoft.com/office/infopath/2007/PartnerControls"/>
    </lcf76f155ced4ddcb4097134ff3c332f>
    <TaxCatchAll xmlns="96f1b026-62bd-4ac2-b944-f296a1b58abc" xsi:nil="true"/>
    <Tiedostonmuokattavuus xmlns="52739ea8-b8a6-40d6-8e6c-6c05c2102329">true</Tiedostonmuokattavuus>
    <Linkitys xmlns="52739ea8-b8a6-40d6-8e6c-6c05c2102329" xsi:nil="true"/>
  </documentManagement>
</p:properties>
</file>

<file path=customXml/itemProps1.xml><?xml version="1.0" encoding="utf-8"?>
<ds:datastoreItem xmlns:ds="http://schemas.openxmlformats.org/officeDocument/2006/customXml" ds:itemID="{B90AFF78-BD0A-4458-B280-1121198FB736}">
  <ds:schemaRefs>
    <ds:schemaRef ds:uri="52739ea8-b8a6-40d6-8e6c-6c05c2102329"/>
    <ds:schemaRef ds:uri="96f1b026-62bd-4ac2-b944-f296a1b58a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8A26F18-B9A7-4D05-B286-8F9F017AA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ADC105-6621-4074-9361-463912BBDA36}">
  <ds:schemaRefs>
    <ds:schemaRef ds:uri="52739ea8-b8a6-40d6-8e6c-6c05c2102329"/>
    <ds:schemaRef ds:uri="96f1b026-62bd-4ac2-b944-f296a1b58a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Mercuria2020-Powerpointpohja laaja</Template>
  <Application>Microsoft Office PowerPoint</Application>
  <PresentationFormat>Laajakuva</PresentationFormat>
  <Slides>25</Slides>
  <Notes>3</Notes>
  <HiddenSlides>0</HiddenSlide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25</vt:i4>
      </vt:variant>
    </vt:vector>
  </HeadingPairs>
  <TitlesOfParts>
    <vt:vector size="26" baseType="lpstr">
      <vt:lpstr>Office-teema</vt:lpstr>
      <vt:lpstr>Uudet liiketoiminnan perustutkinnon tutkinnonperusteet Mercuriassa 1.8.2026 alkaen – muutos koskee YTOja</vt:lpstr>
      <vt:lpstr>Yhteissuunnittelupäivä 27.3.</vt:lpstr>
      <vt:lpstr>Sisältö</vt:lpstr>
      <vt:lpstr>Yleistä</vt:lpstr>
      <vt:lpstr>PowerPoint-esitys</vt:lpstr>
      <vt:lpstr>PowerPoint-esitys</vt:lpstr>
      <vt:lpstr>PowerPoint-esitys</vt:lpstr>
      <vt:lpstr>PowerPoint-esitys</vt:lpstr>
      <vt:lpstr>1. Aikataulu - 2026 tutkinnonperusteiden toteutussuunnitelma</vt:lpstr>
      <vt:lpstr>2. Huomioitavia asioita tutkinnonosien rakentamisen suunnittelussa</vt:lpstr>
      <vt:lpstr>2. Huomioitavia asioita tutkinnonosien rakentamisen suunnittelussa</vt:lpstr>
      <vt:lpstr>PowerPoint-esitys</vt:lpstr>
      <vt:lpstr>PowerPoint-esitys</vt:lpstr>
      <vt:lpstr>PowerPoint-esitys</vt:lpstr>
      <vt:lpstr>2. Huomioitavia asioita tutkinnonosien rakentamisen suunnittelussa</vt:lpstr>
      <vt:lpstr>2. Huomioitavia asioita tutkinnonosien rakentamisen suunnittelussa</vt:lpstr>
      <vt:lpstr>2. Huomioitavia asioita tutkinnonosien rakentamisen suunnittelussa</vt:lpstr>
      <vt:lpstr>PowerPoint-esitys</vt:lpstr>
      <vt:lpstr>PowerPoint-esitys</vt:lpstr>
      <vt:lpstr>4. Tutkinnonosan suunnittelulomake</vt:lpstr>
      <vt:lpstr>5. Tutkinnonosien rakentamisen työnjako – tutkinnonosavastaava, opettajat+opetiimit ja eKampus tiimi, laadunvarmistustiimi</vt:lpstr>
      <vt:lpstr>6. Sopimus työsuhteessa valmistettavasta verkko-oppimateriaalista </vt:lpstr>
      <vt:lpstr>Laadun elementtejä</vt:lpstr>
      <vt:lpstr>Muistettavaa</vt:lpstr>
      <vt:lpstr>Tsemppiä ja hyvää tiimityötä tutkinnonosien rakentamisen parissa!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Uudet liiketoiminnan perustutkinnon tutkinnonperusteet 1.8.2024</dc:title>
  <dc:creator>Oedewald Markus</dc:creator>
  <cp:revision>3</cp:revision>
  <cp:lastPrinted>2024-04-22T06:39:14Z</cp:lastPrinted>
  <dcterms:created xsi:type="dcterms:W3CDTF">2023-10-16T19:03:59Z</dcterms:created>
  <dcterms:modified xsi:type="dcterms:W3CDTF">2026-03-27T10:36:09Z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0x0101001B05547EE8875F45A9116E29F2A63C72</vt:lpwstr>
  </property>
  <property fmtid="{D5CDD505-2E9C-101B-9397-08002B2CF9AE}" pid="3" name="MediaServiceImageTags">
    <vt:lpwstr/>
  </property>
</Properties>
</file>